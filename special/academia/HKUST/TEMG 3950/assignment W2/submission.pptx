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8"/>
  </p:notesMasterIdLst>
  <p:handoutMasterIdLst>
    <p:handoutMasterId r:id="rId9"/>
  </p:handoutMasterIdLst>
  <p:sldIdLst>
    <p:sldId id="256" r:id="rId5"/>
    <p:sldId id="258" r:id="rId6"/>
    <p:sldId id="257" r:id="rId7"/>
  </p:sldIdLst>
  <p:sldSz cx="12192000" cy="6858000"/>
  <p:notesSz cx="6858000" cy="9144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0026" autoAdjust="0"/>
  </p:normalViewPr>
  <p:slideViewPr>
    <p:cSldViewPr snapToGrid="0">
      <p:cViewPr varScale="1">
        <p:scale>
          <a:sx n="75" d="100"/>
          <a:sy n="75" d="100"/>
        </p:scale>
        <p:origin x="214" y="38"/>
      </p:cViewPr>
      <p:guideLst/>
    </p:cSldViewPr>
  </p:slideViewPr>
  <p:outlineViewPr>
    <p:cViewPr>
      <p:scale>
        <a:sx n="33" d="100"/>
        <a:sy n="33" d="100"/>
      </p:scale>
      <p:origin x="0" y="-21869"/>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103" d="100"/>
          <a:sy n="103" d="100"/>
        </p:scale>
        <p:origin x="541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3" name="日期版面配置區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9529DD8-6CC3-40B3-AE00-ED3D4439431E}" type="datetime1">
              <a:rPr lang="zh-TW" altLang="en-US" smtClean="0">
                <a:latin typeface="Microsoft JhengHei UI" panose="020B0604030504040204" pitchFamily="34" charset="-120"/>
                <a:ea typeface="Microsoft JhengHei UI" panose="020B0604030504040204" pitchFamily="34" charset="-120"/>
              </a:rPr>
              <a:t>2024/2/20</a:t>
            </a:fld>
            <a:endParaRPr lang="zh-TW" altLang="en-US">
              <a:latin typeface="Microsoft JhengHei UI" panose="020B0604030504040204" pitchFamily="34" charset="-120"/>
              <a:ea typeface="Microsoft JhengHei UI" panose="020B0604030504040204" pitchFamily="34" charset="-120"/>
            </a:endParaRPr>
          </a:p>
        </p:txBody>
      </p:sp>
      <p:sp>
        <p:nvSpPr>
          <p:cNvPr id="4" name="頁尾版面配置區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TW" altLang="en-US">
              <a:latin typeface="Microsoft JhengHei UI" panose="020B0604030504040204" pitchFamily="34" charset="-120"/>
              <a:ea typeface="Microsoft JhengHei UI" panose="020B0604030504040204" pitchFamily="34" charset="-120"/>
            </a:endParaRPr>
          </a:p>
        </p:txBody>
      </p:sp>
      <p:sp>
        <p:nvSpPr>
          <p:cNvPr id="5" name="投影片編號版面配置區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D56CFAD-C154-4C9C-AD01-665A5055065E}" type="slidenum">
              <a:rPr lang="en-US" altLang="zh-TW" smtClean="0">
                <a:latin typeface="Microsoft JhengHei UI" panose="020B0604030504040204" pitchFamily="34" charset="-120"/>
                <a:ea typeface="Microsoft JhengHei UI" panose="020B0604030504040204" pitchFamily="34" charset="-120"/>
              </a:rPr>
              <a:t>‹#›</a:t>
            </a:fld>
            <a:endParaRPr lang="zh-TW" altLang="en-US">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JhengHei UI" panose="020B0604030504040204" pitchFamily="34" charset="-120"/>
                <a:ea typeface="Microsoft JhengHei UI" panose="020B0604030504040204" pitchFamily="34" charset="-120"/>
              </a:defRPr>
            </a:lvl1pPr>
          </a:lstStyle>
          <a:p>
            <a:fld id="{99C9033A-E1AF-4268-8395-8C61FECE1C46}" type="datetime1">
              <a:rPr lang="zh-TW" altLang="en-US" noProof="0" smtClean="0"/>
              <a:t>2024/2/20</a:t>
            </a:fld>
            <a:endParaRPr lang="zh-TW" altLang="en-US" noProof="0"/>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TW" altLang="en-US" noProof="0" dirty="0"/>
              <a:t>按一下以編輯母片文字樣式</a:t>
            </a:r>
          </a:p>
          <a:p>
            <a:pPr lvl="1" rtl="0"/>
            <a:r>
              <a:rPr lang="zh-TW" altLang="en-US" noProof="0" dirty="0"/>
              <a:t>第二層</a:t>
            </a:r>
          </a:p>
          <a:p>
            <a:pPr lvl="2" rtl="0"/>
            <a:r>
              <a:rPr lang="zh-TW" altLang="en-US" noProof="0" dirty="0"/>
              <a:t>第三層</a:t>
            </a:r>
          </a:p>
          <a:p>
            <a:pPr lvl="3" rtl="0"/>
            <a:r>
              <a:rPr lang="zh-TW" altLang="en-US" noProof="0" dirty="0"/>
              <a:t>第四層</a:t>
            </a:r>
          </a:p>
          <a:p>
            <a:pPr lvl="4" rtl="0"/>
            <a:r>
              <a:rPr lang="zh-TW" altLang="en-US" noProof="0" dirty="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JhengHei UI" panose="020B0604030504040204" pitchFamily="34" charset="-120"/>
                <a:ea typeface="Microsoft JhengHei UI" panose="020B0604030504040204" pitchFamily="34" charset="-120"/>
              </a:defRPr>
            </a:lvl1pPr>
          </a:lstStyle>
          <a:p>
            <a:endParaRPr lang="zh-TW" altLang="en-US" noProof="0"/>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JhengHei UI" panose="020B0604030504040204" pitchFamily="34" charset="-120"/>
                <a:ea typeface="Microsoft JhengHei UI" panose="020B0604030504040204" pitchFamily="34" charset="-120"/>
              </a:defRPr>
            </a:lvl1pPr>
          </a:lstStyle>
          <a:p>
            <a:fld id="{F5B62BC0-7DC4-4569-951D-2BB9475345C6}" type="slidenum">
              <a:rPr lang="en-US" altLang="zh-TW" noProof="0" smtClean="0"/>
              <a:pPr/>
              <a:t>‹#›</a:t>
            </a:fld>
            <a:endParaRPr lang="zh-TW" altLang="en-US" noProof="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1pPr>
    <a:lvl2pPr marL="4572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2pPr>
    <a:lvl3pPr marL="9144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3pPr>
    <a:lvl4pPr marL="13716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4pPr>
    <a:lvl5pPr marL="1828800" algn="l" defTabSz="914400" rtl="0" eaLnBrk="1" latinLnBrk="0" hangingPunct="1">
      <a:defRPr sz="1200" kern="1200">
        <a:solidFill>
          <a:schemeClr val="tx1"/>
        </a:solidFill>
        <a:latin typeface="Microsoft JhengHei UI" panose="020B0604030504040204" pitchFamily="34" charset="-120"/>
        <a:ea typeface="Microsoft JhengHei UI" panose="020B0604030504040204"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F5B62BC0-7DC4-4569-951D-2BB9475345C6}" type="slidenum">
              <a:rPr lang="en-US" altLang="zh-TW" noProof="0" smtClean="0"/>
              <a:pPr/>
              <a:t>1</a:t>
            </a:fld>
            <a:endParaRPr lang="zh-TW" altLang="en-US" noProof="0"/>
          </a:p>
        </p:txBody>
      </p:sp>
    </p:spTree>
    <p:extLst>
      <p:ext uri="{BB962C8B-B14F-4D97-AF65-F5344CB8AC3E}">
        <p14:creationId xmlns:p14="http://schemas.microsoft.com/office/powerpoint/2010/main" val="4087798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HK" b="0" dirty="0">
                <a:solidFill>
                  <a:srgbClr val="B58900"/>
                </a:solidFill>
                <a:effectLst/>
                <a:latin typeface="Consolas" panose="020B0609020204030204" pitchFamily="49" charset="0"/>
              </a:rPr>
              <a:t>- </a:t>
            </a:r>
            <a:r>
              <a:rPr lang="en-US" altLang="zh-HK" b="0" dirty="0">
                <a:solidFill>
                  <a:srgbClr val="2AA198"/>
                </a:solidFill>
                <a:effectLst/>
                <a:latin typeface="Consolas" panose="020B0609020204030204" pitchFamily="49" charset="0"/>
              </a:rPr>
              <a:t>HK KTD MTR Kwun Tong Line train red rings July 2021 SS2 01.jpg</a:t>
            </a:r>
            <a:r>
              <a:rPr lang="en-US" altLang="zh-HK" b="0" dirty="0">
                <a:solidFill>
                  <a:srgbClr val="B58900"/>
                </a:solidFill>
                <a:effectLst/>
                <a:latin typeface="Consolas" panose="020B0609020204030204" pitchFamily="49" charset="0"/>
              </a:rPr>
              <a:t>: </a:t>
            </a:r>
            <a:r>
              <a:rPr lang="en-US" altLang="zh-HK" b="0" dirty="0" err="1">
                <a:solidFill>
                  <a:srgbClr val="B58900"/>
                </a:solidFill>
                <a:effectLst/>
                <a:latin typeface="Consolas" panose="020B0609020204030204" pitchFamily="49" charset="0"/>
              </a:rPr>
              <a:t>Towamng</a:t>
            </a:r>
            <a:r>
              <a:rPr lang="en-US" altLang="zh-HK" b="0" dirty="0">
                <a:solidFill>
                  <a:srgbClr val="B58900"/>
                </a:solidFill>
                <a:effectLst/>
                <a:latin typeface="Consolas" panose="020B0609020204030204" pitchFamily="49" charset="0"/>
              </a:rPr>
              <a:t> Yama </a:t>
            </a:r>
            <a:r>
              <a:rPr lang="en-US" altLang="zh-HK" b="0" dirty="0" err="1">
                <a:solidFill>
                  <a:srgbClr val="B58900"/>
                </a:solidFill>
                <a:effectLst/>
                <a:latin typeface="Consolas" panose="020B0609020204030204" pitchFamily="49" charset="0"/>
              </a:rPr>
              <a:t>Kittyzi</a:t>
            </a:r>
            <a:r>
              <a:rPr lang="en-US" altLang="zh-HK" b="0" dirty="0">
                <a:solidFill>
                  <a:srgbClr val="B58900"/>
                </a:solidFill>
                <a:effectLst/>
                <a:latin typeface="Consolas" panose="020B0609020204030204" pitchFamily="49" charset="0"/>
              </a:rPr>
              <a:t>, CC BY-SA 4.0 &lt;https://creativecommons.org/licenses/by-sa/4.0&gt;, via Wikimedia Commons</a:t>
            </a:r>
            <a:endParaRPr lang="zh-HK" altLang="en-US" dirty="0"/>
          </a:p>
        </p:txBody>
      </p:sp>
      <p:sp>
        <p:nvSpPr>
          <p:cNvPr id="4" name="Slide Number Placeholder 3"/>
          <p:cNvSpPr>
            <a:spLocks noGrp="1"/>
          </p:cNvSpPr>
          <p:nvPr>
            <p:ph type="sldNum" sz="quarter" idx="5"/>
          </p:nvPr>
        </p:nvSpPr>
        <p:spPr/>
        <p:txBody>
          <a:bodyPr/>
          <a:lstStyle/>
          <a:p>
            <a:fld id="{F5B62BC0-7DC4-4569-951D-2BB9475345C6}" type="slidenum">
              <a:rPr lang="en-US" altLang="zh-TW" noProof="0" smtClean="0"/>
              <a:pPr/>
              <a:t>2</a:t>
            </a:fld>
            <a:endParaRPr lang="zh-TW" altLang="en-US" noProof="0"/>
          </a:p>
        </p:txBody>
      </p:sp>
    </p:spTree>
    <p:extLst>
      <p:ext uri="{BB962C8B-B14F-4D97-AF65-F5344CB8AC3E}">
        <p14:creationId xmlns:p14="http://schemas.microsoft.com/office/powerpoint/2010/main" val="3678267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F5B62BC0-7DC4-4569-951D-2BB9475345C6}" type="slidenum">
              <a:rPr lang="en-US" altLang="zh-TW" noProof="0" smtClean="0"/>
              <a:pPr/>
              <a:t>3</a:t>
            </a:fld>
            <a:endParaRPr lang="zh-TW" altLang="en-US" noProof="0"/>
          </a:p>
        </p:txBody>
      </p:sp>
    </p:spTree>
    <p:extLst>
      <p:ext uri="{BB962C8B-B14F-4D97-AF65-F5344CB8AC3E}">
        <p14:creationId xmlns:p14="http://schemas.microsoft.com/office/powerpoint/2010/main" val="3982549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職稱">
    <p:spTree>
      <p:nvGrpSpPr>
        <p:cNvPr id="1" name=""/>
        <p:cNvGrpSpPr/>
        <p:nvPr/>
      </p:nvGrpSpPr>
      <p:grpSpPr>
        <a:xfrm>
          <a:off x="0" y="0"/>
          <a:ext cx="0" cy="0"/>
          <a:chOff x="0" y="0"/>
          <a:chExt cx="0" cy="0"/>
        </a:xfrm>
      </p:grpSpPr>
      <p:sp>
        <p:nvSpPr>
          <p:cNvPr id="8" name="圖片版面配置區 7">
            <a:extLst>
              <a:ext uri="{FF2B5EF4-FFF2-40B4-BE49-F238E27FC236}">
                <a16:creationId xmlns:a16="http://schemas.microsoft.com/office/drawing/2014/main" id="{CA325D4D-835D-41B6-9B16-A090AA088329}"/>
              </a:ext>
            </a:extLst>
          </p:cNvPr>
          <p:cNvSpPr>
            <a:spLocks noGrp="1"/>
          </p:cNvSpPr>
          <p:nvPr>
            <p:ph type="pic" sz="quarter" idx="10" hasCustomPrompt="1"/>
          </p:nvPr>
        </p:nvSpPr>
        <p:spPr>
          <a:xfrm>
            <a:off x="0" y="0"/>
            <a:ext cx="12192000"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3" name="標題 2">
            <a:extLst>
              <a:ext uri="{FF2B5EF4-FFF2-40B4-BE49-F238E27FC236}">
                <a16:creationId xmlns:a16="http://schemas.microsoft.com/office/drawing/2014/main" id="{D1D87D16-A856-42F4-9D8C-A0C1D482E52D}"/>
              </a:ext>
            </a:extLst>
          </p:cNvPr>
          <p:cNvSpPr>
            <a:spLocks noGrp="1"/>
          </p:cNvSpPr>
          <p:nvPr>
            <p:ph type="title" hasCustomPrompt="1"/>
          </p:nvPr>
        </p:nvSpPr>
        <p:spPr>
          <a:xfrm>
            <a:off x="0" y="2442052"/>
            <a:ext cx="12192000" cy="1425257"/>
          </a:xfrm>
          <a:prstGeom prst="rect">
            <a:avLst/>
          </a:prstGeom>
          <a:solidFill>
            <a:schemeClr val="accent4">
              <a:lumMod val="50000"/>
              <a:alpha val="55000"/>
            </a:schemeClr>
          </a:solidFill>
        </p:spPr>
        <p:txBody>
          <a:bodyPr rtlCol="0" anchor="ctr"/>
          <a:lstStyle>
            <a:lvl1pPr algn="ctr">
              <a:defRPr sz="6000" cap="all" spc="100" baseline="0">
                <a:solidFill>
                  <a:schemeClr val="accent1"/>
                </a:solidFill>
                <a:latin typeface="Microsoft JhengHei UI" panose="020B0604030504040204" pitchFamily="34" charset="-120"/>
                <a:ea typeface="Microsoft JhengHei UI" panose="020B0604030504040204" pitchFamily="34" charset="-120"/>
              </a:defRPr>
            </a:lvl1pPr>
          </a:lstStyle>
          <a:p>
            <a:pPr rtl="0"/>
            <a:r>
              <a:rPr lang="zh-TW" altLang="en-US" noProof="0"/>
              <a:t>新增標題</a:t>
            </a:r>
          </a:p>
        </p:txBody>
      </p:sp>
      <p:sp>
        <p:nvSpPr>
          <p:cNvPr id="12" name="文字版面配置區 10">
            <a:extLst>
              <a:ext uri="{FF2B5EF4-FFF2-40B4-BE49-F238E27FC236}">
                <a16:creationId xmlns:a16="http://schemas.microsoft.com/office/drawing/2014/main" id="{BD39BB44-64AC-49A7-8555-2CC62AD7C2D6}"/>
              </a:ext>
            </a:extLst>
          </p:cNvPr>
          <p:cNvSpPr>
            <a:spLocks noGrp="1"/>
          </p:cNvSpPr>
          <p:nvPr>
            <p:ph type="body" sz="quarter" idx="12" hasCustomPrompt="1"/>
          </p:nvPr>
        </p:nvSpPr>
        <p:spPr>
          <a:xfrm>
            <a:off x="0" y="3867309"/>
            <a:ext cx="12192000" cy="1036320"/>
          </a:xfrm>
          <a:prstGeom prst="rect">
            <a:avLst/>
          </a:prstGeom>
          <a:solidFill>
            <a:schemeClr val="accent4">
              <a:lumMod val="50000"/>
              <a:alpha val="55000"/>
            </a:schemeClr>
          </a:solidFill>
        </p:spPr>
        <p:txBody>
          <a:bodyPr rtlCol="0" anchor="ctr"/>
          <a:lstStyle>
            <a:lvl1pPr marL="0" indent="0" algn="ctr">
              <a:buNone/>
              <a:defRPr sz="2400" cap="none" spc="100" baseline="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2" name="矩形 1">
            <a:extLst>
              <a:ext uri="{FF2B5EF4-FFF2-40B4-BE49-F238E27FC236}">
                <a16:creationId xmlns:a16="http://schemas.microsoft.com/office/drawing/2014/main" id="{9F51AF15-A085-49C8-ABEC-EF90E7D7B280}"/>
              </a:ext>
              <a:ext uri="{C183D7F6-B498-43B3-948B-1728B52AA6E4}">
                <adec:decorative xmlns:adec="http://schemas.microsoft.com/office/drawing/2017/decorative" val="1"/>
              </a:ext>
            </a:extLst>
          </p:cNvPr>
          <p:cNvSpPr/>
          <p:nvPr userDrawn="1"/>
        </p:nvSpPr>
        <p:spPr>
          <a:xfrm>
            <a:off x="3192779" y="2325925"/>
            <a:ext cx="5806440" cy="159654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1492036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關於我們">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DC1E109A-BBBE-498A-AC65-464AAF5710C4}"/>
              </a:ext>
            </a:extLst>
          </p:cNvPr>
          <p:cNvSpPr>
            <a:spLocks noGrp="1"/>
          </p:cNvSpPr>
          <p:nvPr>
            <p:ph type="title" hasCustomPrompt="1"/>
          </p:nvPr>
        </p:nvSpPr>
        <p:spPr>
          <a:xfrm>
            <a:off x="1526874" y="1329829"/>
            <a:ext cx="2043713" cy="640698"/>
          </a:xfrm>
          <a:prstGeom prst="rect">
            <a:avLst/>
          </a:prstGeom>
          <a:ln w="28575">
            <a:solidFill>
              <a:schemeClr val="accent2"/>
            </a:solidFill>
          </a:ln>
        </p:spPr>
        <p:txBody>
          <a:bodyPr rtlCol="0" anchor="ctr"/>
          <a:lstStyle>
            <a:lvl1pPr algn="ctr">
              <a:lnSpc>
                <a:spcPct val="100000"/>
              </a:lnSpc>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標題</a:t>
            </a:r>
          </a:p>
        </p:txBody>
      </p:sp>
      <p:sp>
        <p:nvSpPr>
          <p:cNvPr id="10" name="文字版面配置區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412513" y="808353"/>
            <a:ext cx="6341212" cy="1682433"/>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8" name="圖片版面配置區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234519"/>
            <a:ext cx="12192000" cy="3623481"/>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1" name="日期版面配置區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2" name="頁尾版面配置區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3" name="投影片編號版面配置區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69121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問題">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E3FCFFF-5934-4C8D-A4B0-6B19C662D8BA}"/>
              </a:ext>
              <a:ext uri="{C183D7F6-B498-43B3-948B-1728B52AA6E4}">
                <adec:decorative xmlns:adec="http://schemas.microsoft.com/office/drawing/2017/decorative" val="1"/>
              </a:ext>
            </a:extLst>
          </p:cNvPr>
          <p:cNvSpPr/>
          <p:nvPr userDrawn="1"/>
        </p:nvSpPr>
        <p:spPr>
          <a:xfrm>
            <a:off x="0" y="-13651"/>
            <a:ext cx="3701436"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C720FC4D-FDE2-42C3-B907-27B071B649CC}"/>
              </a:ext>
            </a:extLst>
          </p:cNvPr>
          <p:cNvSpPr>
            <a:spLocks noGrp="1"/>
          </p:cNvSpPr>
          <p:nvPr>
            <p:ph type="title" hasCustomPrompt="1"/>
          </p:nvPr>
        </p:nvSpPr>
        <p:spPr>
          <a:xfrm>
            <a:off x="914441" y="1332239"/>
            <a:ext cx="1871580" cy="640698"/>
          </a:xfrm>
          <a:prstGeom prst="rect">
            <a:avLst/>
          </a:prstGeom>
          <a:ln w="28575">
            <a:solidFill>
              <a:schemeClr val="accent2"/>
            </a:solidFill>
          </a:ln>
        </p:spPr>
        <p:txBody>
          <a:bodyPr rtlCol="0" anchor="ctr"/>
          <a:lstStyle>
            <a:lvl1pPr algn="ct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職稱</a:t>
            </a:r>
          </a:p>
        </p:txBody>
      </p:sp>
      <p:sp>
        <p:nvSpPr>
          <p:cNvPr id="12" name="文字版面配置區 10">
            <a:extLst>
              <a:ext uri="{FF2B5EF4-FFF2-40B4-BE49-F238E27FC236}">
                <a16:creationId xmlns:a16="http://schemas.microsoft.com/office/drawing/2014/main" id="{97404DC9-3FBE-41B9-946D-9A0D878C2887}"/>
              </a:ext>
            </a:extLst>
          </p:cNvPr>
          <p:cNvSpPr>
            <a:spLocks noGrp="1"/>
          </p:cNvSpPr>
          <p:nvPr>
            <p:ph type="body" sz="quarter" idx="16" hasCustomPrompt="1"/>
          </p:nvPr>
        </p:nvSpPr>
        <p:spPr>
          <a:xfrm>
            <a:off x="4231042" y="652826"/>
            <a:ext cx="3433138"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8" name="文字版面配置區 10">
            <a:extLst>
              <a:ext uri="{FF2B5EF4-FFF2-40B4-BE49-F238E27FC236}">
                <a16:creationId xmlns:a16="http://schemas.microsoft.com/office/drawing/2014/main" id="{88BB7876-0125-4084-804C-A842C8558604}"/>
              </a:ext>
            </a:extLst>
          </p:cNvPr>
          <p:cNvSpPr>
            <a:spLocks noGrp="1"/>
          </p:cNvSpPr>
          <p:nvPr>
            <p:ph type="body" sz="quarter" idx="12" hasCustomPrompt="1"/>
          </p:nvPr>
        </p:nvSpPr>
        <p:spPr>
          <a:xfrm>
            <a:off x="4231042" y="1032330"/>
            <a:ext cx="3433138" cy="137067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3" name="文字版面配置區 10">
            <a:extLst>
              <a:ext uri="{FF2B5EF4-FFF2-40B4-BE49-F238E27FC236}">
                <a16:creationId xmlns:a16="http://schemas.microsoft.com/office/drawing/2014/main" id="{8645735C-4621-4667-AB52-0391CFBB6B52}"/>
              </a:ext>
            </a:extLst>
          </p:cNvPr>
          <p:cNvSpPr>
            <a:spLocks noGrp="1"/>
          </p:cNvSpPr>
          <p:nvPr>
            <p:ph type="body" sz="quarter" idx="17" hasCustomPrompt="1"/>
          </p:nvPr>
        </p:nvSpPr>
        <p:spPr>
          <a:xfrm>
            <a:off x="8203339" y="652826"/>
            <a:ext cx="3433138"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9" name="文字版面配置區 10">
            <a:extLst>
              <a:ext uri="{FF2B5EF4-FFF2-40B4-BE49-F238E27FC236}">
                <a16:creationId xmlns:a16="http://schemas.microsoft.com/office/drawing/2014/main" id="{488BB2B1-07E3-42A2-B3BE-7FC7D7AE158E}"/>
              </a:ext>
            </a:extLst>
          </p:cNvPr>
          <p:cNvSpPr>
            <a:spLocks noGrp="1"/>
          </p:cNvSpPr>
          <p:nvPr>
            <p:ph type="body" sz="quarter" idx="13" hasCustomPrompt="1"/>
          </p:nvPr>
        </p:nvSpPr>
        <p:spPr>
          <a:xfrm>
            <a:off x="8203339" y="1032330"/>
            <a:ext cx="3433138" cy="137067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5" name="文字版面配置區 10">
            <a:extLst>
              <a:ext uri="{FF2B5EF4-FFF2-40B4-BE49-F238E27FC236}">
                <a16:creationId xmlns:a16="http://schemas.microsoft.com/office/drawing/2014/main" id="{02C103C8-E422-4DEB-9077-DC11E0080569}"/>
              </a:ext>
            </a:extLst>
          </p:cNvPr>
          <p:cNvSpPr>
            <a:spLocks noGrp="1"/>
          </p:cNvSpPr>
          <p:nvPr>
            <p:ph type="body" sz="quarter" idx="19" hasCustomPrompt="1"/>
          </p:nvPr>
        </p:nvSpPr>
        <p:spPr>
          <a:xfrm>
            <a:off x="4231042" y="2620561"/>
            <a:ext cx="3433138" cy="428891"/>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23" name="文字版面配置區 10">
            <a:extLst>
              <a:ext uri="{FF2B5EF4-FFF2-40B4-BE49-F238E27FC236}">
                <a16:creationId xmlns:a16="http://schemas.microsoft.com/office/drawing/2014/main" id="{FA80948A-8FCC-4BE4-A5F7-20802B176305}"/>
              </a:ext>
            </a:extLst>
          </p:cNvPr>
          <p:cNvSpPr>
            <a:spLocks noGrp="1"/>
          </p:cNvSpPr>
          <p:nvPr>
            <p:ph type="body" sz="quarter" idx="23" hasCustomPrompt="1"/>
          </p:nvPr>
        </p:nvSpPr>
        <p:spPr>
          <a:xfrm>
            <a:off x="4231042" y="3002562"/>
            <a:ext cx="3433138" cy="961350"/>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0" name="文字版面配置區 10">
            <a:extLst>
              <a:ext uri="{FF2B5EF4-FFF2-40B4-BE49-F238E27FC236}">
                <a16:creationId xmlns:a16="http://schemas.microsoft.com/office/drawing/2014/main" id="{4744F88B-3CB7-4A2B-B718-EEB4E061A79F}"/>
              </a:ext>
            </a:extLst>
          </p:cNvPr>
          <p:cNvSpPr>
            <a:spLocks noGrp="1"/>
          </p:cNvSpPr>
          <p:nvPr>
            <p:ph type="body" sz="quarter" idx="21" hasCustomPrompt="1"/>
          </p:nvPr>
        </p:nvSpPr>
        <p:spPr>
          <a:xfrm>
            <a:off x="8203339" y="2620561"/>
            <a:ext cx="3433138" cy="428891"/>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22" name="文字版面配置區 10">
            <a:extLst>
              <a:ext uri="{FF2B5EF4-FFF2-40B4-BE49-F238E27FC236}">
                <a16:creationId xmlns:a16="http://schemas.microsoft.com/office/drawing/2014/main" id="{7343EDF6-C2D8-47E1-856B-6329A7CE07E4}"/>
              </a:ext>
            </a:extLst>
          </p:cNvPr>
          <p:cNvSpPr>
            <a:spLocks noGrp="1"/>
          </p:cNvSpPr>
          <p:nvPr>
            <p:ph type="body" sz="quarter" idx="22" hasCustomPrompt="1"/>
          </p:nvPr>
        </p:nvSpPr>
        <p:spPr>
          <a:xfrm>
            <a:off x="8203339" y="3002562"/>
            <a:ext cx="3433138" cy="961350"/>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4" name="文字版面配置區 10">
            <a:extLst>
              <a:ext uri="{FF2B5EF4-FFF2-40B4-BE49-F238E27FC236}">
                <a16:creationId xmlns:a16="http://schemas.microsoft.com/office/drawing/2014/main" id="{AC6352A5-5003-4E32-B8FF-A84B4A4AC3AA}"/>
              </a:ext>
            </a:extLst>
          </p:cNvPr>
          <p:cNvSpPr>
            <a:spLocks noGrp="1"/>
          </p:cNvSpPr>
          <p:nvPr>
            <p:ph type="body" sz="quarter" idx="18" hasCustomPrompt="1"/>
          </p:nvPr>
        </p:nvSpPr>
        <p:spPr>
          <a:xfrm>
            <a:off x="4231042" y="4147932"/>
            <a:ext cx="3433138" cy="428891"/>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24" name="文字版面配置區 10">
            <a:extLst>
              <a:ext uri="{FF2B5EF4-FFF2-40B4-BE49-F238E27FC236}">
                <a16:creationId xmlns:a16="http://schemas.microsoft.com/office/drawing/2014/main" id="{CC2603EF-30BF-4C6C-BA93-E99C72480916}"/>
              </a:ext>
            </a:extLst>
          </p:cNvPr>
          <p:cNvSpPr>
            <a:spLocks noGrp="1"/>
          </p:cNvSpPr>
          <p:nvPr>
            <p:ph type="body" sz="quarter" idx="24" hasCustomPrompt="1"/>
          </p:nvPr>
        </p:nvSpPr>
        <p:spPr>
          <a:xfrm>
            <a:off x="4231042" y="4529933"/>
            <a:ext cx="3433138" cy="1450988"/>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6" name="日期版面配置區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7" name="頁尾版面配置區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8" name="投影片編號版面配置區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3476491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解決方案">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848536"/>
            <a:ext cx="1929607" cy="640698"/>
          </a:xfrm>
          <a:prstGeom prst="rect">
            <a:avLst/>
          </a:prstGeom>
          <a:ln w="28575">
            <a:solidFill>
              <a:schemeClr val="accent2"/>
            </a:solidFill>
          </a:ln>
        </p:spPr>
        <p:txBody>
          <a:bodyPr rtlCol="0" anchor="ctr"/>
          <a:lstStyle>
            <a:lvl1pPr algn="ct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職稱</a:t>
            </a:r>
          </a:p>
        </p:txBody>
      </p:sp>
      <p:sp>
        <p:nvSpPr>
          <p:cNvPr id="9" name="圖片版面配置區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5" name="文字版面配置區 10">
            <a:extLst>
              <a:ext uri="{FF2B5EF4-FFF2-40B4-BE49-F238E27FC236}">
                <a16:creationId xmlns:a16="http://schemas.microsoft.com/office/drawing/2014/main" id="{D8BD2DF2-5753-43B2-82AD-30DBE8004DEB}"/>
              </a:ext>
            </a:extLst>
          </p:cNvPr>
          <p:cNvSpPr>
            <a:spLocks noGrp="1"/>
          </p:cNvSpPr>
          <p:nvPr>
            <p:ph type="body" sz="quarter" idx="16" hasCustomPrompt="1"/>
          </p:nvPr>
        </p:nvSpPr>
        <p:spPr>
          <a:xfrm>
            <a:off x="5024359" y="2046233"/>
            <a:ext cx="3126583"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1" name="文字版面配置區 10">
            <a:extLst>
              <a:ext uri="{FF2B5EF4-FFF2-40B4-BE49-F238E27FC236}">
                <a16:creationId xmlns:a16="http://schemas.microsoft.com/office/drawing/2014/main" id="{3A5FD5DB-8694-4BD8-819A-7AD23AAAEF4D}"/>
              </a:ext>
            </a:extLst>
          </p:cNvPr>
          <p:cNvSpPr>
            <a:spLocks noGrp="1"/>
          </p:cNvSpPr>
          <p:nvPr>
            <p:ph type="body" sz="quarter" idx="12" hasCustomPrompt="1"/>
          </p:nvPr>
        </p:nvSpPr>
        <p:spPr>
          <a:xfrm>
            <a:off x="5024359" y="2425736"/>
            <a:ext cx="3126583" cy="1306527"/>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7" name="文字版面配置區 10">
            <a:extLst>
              <a:ext uri="{FF2B5EF4-FFF2-40B4-BE49-F238E27FC236}">
                <a16:creationId xmlns:a16="http://schemas.microsoft.com/office/drawing/2014/main" id="{1F5129C3-CFB0-408F-BE5C-AC32F5C68F13}"/>
              </a:ext>
            </a:extLst>
          </p:cNvPr>
          <p:cNvSpPr>
            <a:spLocks noGrp="1"/>
          </p:cNvSpPr>
          <p:nvPr>
            <p:ph type="body" sz="quarter" idx="17" hasCustomPrompt="1"/>
          </p:nvPr>
        </p:nvSpPr>
        <p:spPr>
          <a:xfrm>
            <a:off x="8526986" y="2046233"/>
            <a:ext cx="3281556"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2" name="文字版面配置區 10">
            <a:extLst>
              <a:ext uri="{FF2B5EF4-FFF2-40B4-BE49-F238E27FC236}">
                <a16:creationId xmlns:a16="http://schemas.microsoft.com/office/drawing/2014/main" id="{3344438D-488B-4739-95B6-56F81A25FACC}"/>
              </a:ext>
            </a:extLst>
          </p:cNvPr>
          <p:cNvSpPr>
            <a:spLocks noGrp="1"/>
          </p:cNvSpPr>
          <p:nvPr>
            <p:ph type="body" sz="quarter" idx="13" hasCustomPrompt="1"/>
          </p:nvPr>
        </p:nvSpPr>
        <p:spPr>
          <a:xfrm>
            <a:off x="8526986" y="2425736"/>
            <a:ext cx="3281556" cy="1306527"/>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8" name="文字版面配置區 10">
            <a:extLst>
              <a:ext uri="{FF2B5EF4-FFF2-40B4-BE49-F238E27FC236}">
                <a16:creationId xmlns:a16="http://schemas.microsoft.com/office/drawing/2014/main" id="{A6F801D1-185D-4C5B-9855-3AD0372C33D8}"/>
              </a:ext>
            </a:extLst>
          </p:cNvPr>
          <p:cNvSpPr>
            <a:spLocks noGrp="1"/>
          </p:cNvSpPr>
          <p:nvPr>
            <p:ph type="body" sz="quarter" idx="18" hasCustomPrompt="1"/>
          </p:nvPr>
        </p:nvSpPr>
        <p:spPr>
          <a:xfrm>
            <a:off x="5024359" y="4180976"/>
            <a:ext cx="3126583" cy="428891"/>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3" name="文字版面配置區 10">
            <a:extLst>
              <a:ext uri="{FF2B5EF4-FFF2-40B4-BE49-F238E27FC236}">
                <a16:creationId xmlns:a16="http://schemas.microsoft.com/office/drawing/2014/main" id="{E46B3EF2-B93D-4E2D-8ECF-31A1DF927BE9}"/>
              </a:ext>
            </a:extLst>
          </p:cNvPr>
          <p:cNvSpPr>
            <a:spLocks noGrp="1"/>
          </p:cNvSpPr>
          <p:nvPr>
            <p:ph type="body" sz="quarter" idx="14" hasCustomPrompt="1"/>
          </p:nvPr>
        </p:nvSpPr>
        <p:spPr>
          <a:xfrm>
            <a:off x="5024359" y="4562976"/>
            <a:ext cx="3126583" cy="1258935"/>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9" name="文字版面配置區 10">
            <a:extLst>
              <a:ext uri="{FF2B5EF4-FFF2-40B4-BE49-F238E27FC236}">
                <a16:creationId xmlns:a16="http://schemas.microsoft.com/office/drawing/2014/main" id="{35A8C3BD-2930-45A1-B3E0-EC8FA92B65F8}"/>
              </a:ext>
            </a:extLst>
          </p:cNvPr>
          <p:cNvSpPr>
            <a:spLocks noGrp="1"/>
          </p:cNvSpPr>
          <p:nvPr>
            <p:ph type="body" sz="quarter" idx="19" hasCustomPrompt="1"/>
          </p:nvPr>
        </p:nvSpPr>
        <p:spPr>
          <a:xfrm>
            <a:off x="8526986" y="4180976"/>
            <a:ext cx="3281556" cy="428891"/>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4" name="文字版面配置區 10">
            <a:extLst>
              <a:ext uri="{FF2B5EF4-FFF2-40B4-BE49-F238E27FC236}">
                <a16:creationId xmlns:a16="http://schemas.microsoft.com/office/drawing/2014/main" id="{E7A5E528-A349-45DA-A841-E092311D8F76}"/>
              </a:ext>
            </a:extLst>
          </p:cNvPr>
          <p:cNvSpPr>
            <a:spLocks noGrp="1"/>
          </p:cNvSpPr>
          <p:nvPr>
            <p:ph type="body" sz="quarter" idx="15" hasCustomPrompt="1"/>
          </p:nvPr>
        </p:nvSpPr>
        <p:spPr>
          <a:xfrm>
            <a:off x="8526986" y="4562976"/>
            <a:ext cx="3281556" cy="1258935"/>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0" name="日期版面配置區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31" name="頁尾版面配置區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32" name="投影片編號版面配置區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03120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產品概觀">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2B5AB06-9792-445C-9B3C-103D5EBCE6D9}"/>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597992"/>
            <a:ext cx="10515600" cy="994835"/>
          </a:xfrm>
          <a:prstGeom prst="rect">
            <a:avLst/>
          </a:prstGeom>
        </p:spPr>
        <p:txBody>
          <a:bodyPr rtlCol="0" anchor="ctr"/>
          <a:lstStyle>
            <a:lvl1pPr algn="ctr">
              <a:defRPr sz="2400" cap="all" spc="100" baseline="0">
                <a:solidFill>
                  <a:schemeClr val="tx2">
                    <a:lumMod val="7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5" name="圖片版面配置區 4">
            <a:extLst>
              <a:ext uri="{FF2B5EF4-FFF2-40B4-BE49-F238E27FC236}">
                <a16:creationId xmlns:a16="http://schemas.microsoft.com/office/drawing/2014/main" id="{4C3BAD53-6B4A-490D-BE06-B5A0B068755B}"/>
              </a:ext>
            </a:extLst>
          </p:cNvPr>
          <p:cNvSpPr>
            <a:spLocks noGrp="1"/>
          </p:cNvSpPr>
          <p:nvPr>
            <p:ph type="pic" sz="quarter" idx="23"/>
          </p:nvPr>
        </p:nvSpPr>
        <p:spPr>
          <a:xfrm>
            <a:off x="1632608" y="2982740"/>
            <a:ext cx="603504" cy="603504"/>
          </a:xfrm>
          <a:prstGeom prst="rect">
            <a:avLst/>
          </a:prstGeom>
        </p:spPr>
        <p:txBody>
          <a:bodyPr rtlCol="0"/>
          <a:lstStyle>
            <a:lvl1pPr marL="0" indent="0" algn="ctr">
              <a:buNone/>
              <a:defRPr sz="1100">
                <a:latin typeface="Microsoft JhengHei UI" panose="020B0604030504040204" pitchFamily="34" charset="-120"/>
                <a:ea typeface="Microsoft JhengHei UI" panose="020B0604030504040204" pitchFamily="34" charset="-120"/>
              </a:defRPr>
            </a:lvl1pPr>
          </a:lstStyle>
          <a:p>
            <a:pPr rtl="0"/>
            <a:r>
              <a:rPr lang="en-US" altLang="zh-TW" noProof="0"/>
              <a:t>Click icon to add picture</a:t>
            </a:r>
            <a:endParaRPr lang="zh-TW" altLang="en-US" noProof="0"/>
          </a:p>
        </p:txBody>
      </p:sp>
      <p:sp>
        <p:nvSpPr>
          <p:cNvPr id="22" name="圖片版面配置區 4">
            <a:extLst>
              <a:ext uri="{FF2B5EF4-FFF2-40B4-BE49-F238E27FC236}">
                <a16:creationId xmlns:a16="http://schemas.microsoft.com/office/drawing/2014/main" id="{30E1FC4A-DE44-4B85-856E-E2480DF55A80}"/>
              </a:ext>
            </a:extLst>
          </p:cNvPr>
          <p:cNvSpPr>
            <a:spLocks noGrp="1"/>
          </p:cNvSpPr>
          <p:nvPr>
            <p:ph type="pic" sz="quarter" idx="24"/>
          </p:nvPr>
        </p:nvSpPr>
        <p:spPr>
          <a:xfrm>
            <a:off x="4388240" y="2981421"/>
            <a:ext cx="603504" cy="594360"/>
          </a:xfrm>
          <a:prstGeom prst="rect">
            <a:avLst/>
          </a:prstGeom>
        </p:spPr>
        <p:txBody>
          <a:bodyPr rtlCol="0"/>
          <a:lstStyle>
            <a:lvl1pPr marL="0" indent="0" algn="ctr">
              <a:buNone/>
              <a:defRPr sz="1100">
                <a:latin typeface="Microsoft JhengHei UI" panose="020B0604030504040204" pitchFamily="34" charset="-120"/>
                <a:ea typeface="Microsoft JhengHei UI" panose="020B0604030504040204" pitchFamily="34" charset="-120"/>
              </a:defRPr>
            </a:lvl1pPr>
          </a:lstStyle>
          <a:p>
            <a:pPr rtl="0"/>
            <a:r>
              <a:rPr lang="en-US" altLang="zh-TW" noProof="0"/>
              <a:t>Click icon to add picture</a:t>
            </a:r>
            <a:endParaRPr lang="zh-TW" altLang="en-US" noProof="0"/>
          </a:p>
        </p:txBody>
      </p:sp>
      <p:sp>
        <p:nvSpPr>
          <p:cNvPr id="23" name="圖片版面配置區 4">
            <a:extLst>
              <a:ext uri="{FF2B5EF4-FFF2-40B4-BE49-F238E27FC236}">
                <a16:creationId xmlns:a16="http://schemas.microsoft.com/office/drawing/2014/main" id="{02E70B7A-F000-4D8D-9BDF-E10FF6B38374}"/>
              </a:ext>
            </a:extLst>
          </p:cNvPr>
          <p:cNvSpPr>
            <a:spLocks noGrp="1"/>
          </p:cNvSpPr>
          <p:nvPr>
            <p:ph type="pic" sz="quarter" idx="25"/>
          </p:nvPr>
        </p:nvSpPr>
        <p:spPr>
          <a:xfrm>
            <a:off x="7182902" y="2983163"/>
            <a:ext cx="603504" cy="603504"/>
          </a:xfrm>
          <a:prstGeom prst="rect">
            <a:avLst/>
          </a:prstGeom>
        </p:spPr>
        <p:txBody>
          <a:bodyPr rtlCol="0"/>
          <a:lstStyle>
            <a:lvl1pPr marL="0" indent="0" algn="ctr">
              <a:buNone/>
              <a:defRPr sz="1100">
                <a:latin typeface="Microsoft JhengHei UI" panose="020B0604030504040204" pitchFamily="34" charset="-120"/>
                <a:ea typeface="Microsoft JhengHei UI" panose="020B0604030504040204" pitchFamily="34" charset="-120"/>
              </a:defRPr>
            </a:lvl1pPr>
          </a:lstStyle>
          <a:p>
            <a:pPr rtl="0"/>
            <a:r>
              <a:rPr lang="en-US" altLang="zh-TW" noProof="0"/>
              <a:t>Click icon to add picture</a:t>
            </a:r>
            <a:endParaRPr lang="zh-TW" altLang="en-US" noProof="0"/>
          </a:p>
        </p:txBody>
      </p:sp>
      <p:sp>
        <p:nvSpPr>
          <p:cNvPr id="24" name="圖片版面配置區 4">
            <a:extLst>
              <a:ext uri="{FF2B5EF4-FFF2-40B4-BE49-F238E27FC236}">
                <a16:creationId xmlns:a16="http://schemas.microsoft.com/office/drawing/2014/main" id="{1CED61F8-3F2F-4611-8E56-88AAF763257E}"/>
              </a:ext>
            </a:extLst>
          </p:cNvPr>
          <p:cNvSpPr>
            <a:spLocks noGrp="1"/>
          </p:cNvSpPr>
          <p:nvPr>
            <p:ph type="pic" sz="quarter" idx="26"/>
          </p:nvPr>
        </p:nvSpPr>
        <p:spPr>
          <a:xfrm>
            <a:off x="9927648" y="3001928"/>
            <a:ext cx="594360" cy="594360"/>
          </a:xfrm>
          <a:prstGeom prst="rect">
            <a:avLst/>
          </a:prstGeom>
        </p:spPr>
        <p:txBody>
          <a:bodyPr rtlCol="0"/>
          <a:lstStyle>
            <a:lvl1pPr marL="0" indent="0" algn="ctr">
              <a:buNone/>
              <a:defRPr sz="1100">
                <a:latin typeface="Microsoft JhengHei UI" panose="020B0604030504040204" pitchFamily="34" charset="-120"/>
                <a:ea typeface="Microsoft JhengHei UI" panose="020B0604030504040204" pitchFamily="34" charset="-120"/>
              </a:defRPr>
            </a:lvl1pPr>
          </a:lstStyle>
          <a:p>
            <a:pPr rtl="0"/>
            <a:r>
              <a:rPr lang="en-US" altLang="zh-TW" noProof="0"/>
              <a:t>Click icon to add picture</a:t>
            </a:r>
            <a:endParaRPr lang="zh-TW" altLang="en-US" noProof="0"/>
          </a:p>
        </p:txBody>
      </p:sp>
      <p:sp>
        <p:nvSpPr>
          <p:cNvPr id="30" name="文字版面配置區 10">
            <a:extLst>
              <a:ext uri="{FF2B5EF4-FFF2-40B4-BE49-F238E27FC236}">
                <a16:creationId xmlns:a16="http://schemas.microsoft.com/office/drawing/2014/main" id="{B7058D0A-FADA-4AE8-99E1-90B4E5D358AC}"/>
              </a:ext>
            </a:extLst>
          </p:cNvPr>
          <p:cNvSpPr>
            <a:spLocks noGrp="1"/>
          </p:cNvSpPr>
          <p:nvPr>
            <p:ph type="body" sz="quarter" idx="16" hasCustomPrompt="1"/>
          </p:nvPr>
        </p:nvSpPr>
        <p:spPr>
          <a:xfrm>
            <a:off x="740800" y="3608439"/>
            <a:ext cx="2351446" cy="491509"/>
          </a:xfrm>
          <a:prstGeom prst="rect">
            <a:avLst/>
          </a:prstGeom>
        </p:spPr>
        <p:txBody>
          <a:bodyPr rtlCol="0" anchor="b"/>
          <a:lstStyle>
            <a:lvl1pPr marL="0" indent="0" algn="ctr">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28" name="文字版面配置區 10">
            <a:extLst>
              <a:ext uri="{FF2B5EF4-FFF2-40B4-BE49-F238E27FC236}">
                <a16:creationId xmlns:a16="http://schemas.microsoft.com/office/drawing/2014/main" id="{3B7B90F8-2155-4E8A-BCE9-7780EE14ED2C}"/>
              </a:ext>
            </a:extLst>
          </p:cNvPr>
          <p:cNvSpPr>
            <a:spLocks noGrp="1"/>
          </p:cNvSpPr>
          <p:nvPr>
            <p:ph type="body" sz="quarter" idx="12" hasCustomPrompt="1"/>
          </p:nvPr>
        </p:nvSpPr>
        <p:spPr>
          <a:xfrm>
            <a:off x="740800" y="4036041"/>
            <a:ext cx="2351446" cy="1704547"/>
          </a:xfrm>
          <a:prstGeom prst="rect">
            <a:avLst/>
          </a:prstGeom>
        </p:spPr>
        <p:txBody>
          <a:bodyPr rtlCol="0" anchor="t"/>
          <a:lstStyle>
            <a:lvl1pPr marL="0" indent="0" algn="ctr">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4" name="文字版面配置區 10">
            <a:extLst>
              <a:ext uri="{FF2B5EF4-FFF2-40B4-BE49-F238E27FC236}">
                <a16:creationId xmlns:a16="http://schemas.microsoft.com/office/drawing/2014/main" id="{9C0C6E63-A45B-409B-824C-FAA0CC56EC89}"/>
              </a:ext>
            </a:extLst>
          </p:cNvPr>
          <p:cNvSpPr>
            <a:spLocks noGrp="1"/>
          </p:cNvSpPr>
          <p:nvPr>
            <p:ph type="body" sz="quarter" idx="18" hasCustomPrompt="1"/>
          </p:nvPr>
        </p:nvSpPr>
        <p:spPr>
          <a:xfrm>
            <a:off x="3508580" y="3608439"/>
            <a:ext cx="2351446" cy="491509"/>
          </a:xfrm>
          <a:prstGeom prst="rect">
            <a:avLst/>
          </a:prstGeom>
        </p:spPr>
        <p:txBody>
          <a:bodyPr rtlCol="0" anchor="b"/>
          <a:lstStyle>
            <a:lvl1pPr marL="0" indent="0" algn="ctr">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43" name="文字版面配置區 10">
            <a:extLst>
              <a:ext uri="{FF2B5EF4-FFF2-40B4-BE49-F238E27FC236}">
                <a16:creationId xmlns:a16="http://schemas.microsoft.com/office/drawing/2014/main" id="{B910C319-3589-469F-9A8A-173CB714BA47}"/>
              </a:ext>
            </a:extLst>
          </p:cNvPr>
          <p:cNvSpPr>
            <a:spLocks noGrp="1"/>
          </p:cNvSpPr>
          <p:nvPr>
            <p:ph type="body" sz="quarter" idx="17" hasCustomPrompt="1"/>
          </p:nvPr>
        </p:nvSpPr>
        <p:spPr>
          <a:xfrm>
            <a:off x="3508580" y="4036041"/>
            <a:ext cx="2351446" cy="1704547"/>
          </a:xfrm>
          <a:prstGeom prst="rect">
            <a:avLst/>
          </a:prstGeom>
        </p:spPr>
        <p:txBody>
          <a:bodyPr rtlCol="0" anchor="t"/>
          <a:lstStyle>
            <a:lvl1pPr marL="0" indent="0" algn="ctr">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6" name="文字版面配置區 10">
            <a:extLst>
              <a:ext uri="{FF2B5EF4-FFF2-40B4-BE49-F238E27FC236}">
                <a16:creationId xmlns:a16="http://schemas.microsoft.com/office/drawing/2014/main" id="{D9802FCD-21E3-4F6F-B57C-02AEB618FE8B}"/>
              </a:ext>
            </a:extLst>
          </p:cNvPr>
          <p:cNvSpPr>
            <a:spLocks noGrp="1"/>
          </p:cNvSpPr>
          <p:nvPr>
            <p:ph type="body" sz="quarter" idx="20" hasCustomPrompt="1"/>
          </p:nvPr>
        </p:nvSpPr>
        <p:spPr>
          <a:xfrm>
            <a:off x="6303400" y="3608439"/>
            <a:ext cx="2351446" cy="491509"/>
          </a:xfrm>
          <a:prstGeom prst="rect">
            <a:avLst/>
          </a:prstGeom>
        </p:spPr>
        <p:txBody>
          <a:bodyPr rtlCol="0" anchor="b"/>
          <a:lstStyle>
            <a:lvl1pPr marL="0" indent="0" algn="ctr">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45" name="文字版面配置區 10">
            <a:extLst>
              <a:ext uri="{FF2B5EF4-FFF2-40B4-BE49-F238E27FC236}">
                <a16:creationId xmlns:a16="http://schemas.microsoft.com/office/drawing/2014/main" id="{4AFEE648-F3AD-453E-895B-F43C7415C7BC}"/>
              </a:ext>
            </a:extLst>
          </p:cNvPr>
          <p:cNvSpPr>
            <a:spLocks noGrp="1"/>
          </p:cNvSpPr>
          <p:nvPr>
            <p:ph type="body" sz="quarter" idx="19" hasCustomPrompt="1"/>
          </p:nvPr>
        </p:nvSpPr>
        <p:spPr>
          <a:xfrm>
            <a:off x="6303400" y="4036041"/>
            <a:ext cx="2351446" cy="1704547"/>
          </a:xfrm>
          <a:prstGeom prst="rect">
            <a:avLst/>
          </a:prstGeom>
        </p:spPr>
        <p:txBody>
          <a:bodyPr rtlCol="0" anchor="t"/>
          <a:lstStyle>
            <a:lvl1pPr marL="0" indent="0" algn="ctr">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8" name="文字版面配置區 10">
            <a:extLst>
              <a:ext uri="{FF2B5EF4-FFF2-40B4-BE49-F238E27FC236}">
                <a16:creationId xmlns:a16="http://schemas.microsoft.com/office/drawing/2014/main" id="{AA760860-8E89-42DD-87FD-F9951F283727}"/>
              </a:ext>
            </a:extLst>
          </p:cNvPr>
          <p:cNvSpPr>
            <a:spLocks noGrp="1"/>
          </p:cNvSpPr>
          <p:nvPr>
            <p:ph type="body" sz="quarter" idx="22" hasCustomPrompt="1"/>
          </p:nvPr>
        </p:nvSpPr>
        <p:spPr>
          <a:xfrm>
            <a:off x="9071180" y="3608439"/>
            <a:ext cx="2351446" cy="491509"/>
          </a:xfrm>
          <a:prstGeom prst="rect">
            <a:avLst/>
          </a:prstGeom>
        </p:spPr>
        <p:txBody>
          <a:bodyPr rtlCol="0" anchor="b"/>
          <a:lstStyle>
            <a:lvl1pPr marL="0" indent="0" algn="ctr">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47" name="文字版面配置區 10">
            <a:extLst>
              <a:ext uri="{FF2B5EF4-FFF2-40B4-BE49-F238E27FC236}">
                <a16:creationId xmlns:a16="http://schemas.microsoft.com/office/drawing/2014/main" id="{5FD2DFE0-D25E-4B72-A2B4-C40CF72D522E}"/>
              </a:ext>
            </a:extLst>
          </p:cNvPr>
          <p:cNvSpPr>
            <a:spLocks noGrp="1"/>
          </p:cNvSpPr>
          <p:nvPr>
            <p:ph type="body" sz="quarter" idx="21" hasCustomPrompt="1"/>
          </p:nvPr>
        </p:nvSpPr>
        <p:spPr>
          <a:xfrm>
            <a:off x="9071180" y="4036041"/>
            <a:ext cx="2351446" cy="1704547"/>
          </a:xfrm>
          <a:prstGeom prst="rect">
            <a:avLst/>
          </a:prstGeom>
        </p:spPr>
        <p:txBody>
          <a:bodyPr rtlCol="0" anchor="t"/>
          <a:lstStyle>
            <a:lvl1pPr marL="0" indent="0" algn="ctr">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0" name="日期版面配置區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1" name="頁尾版面配置區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42" name="投影片編號版面配置區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414765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產品優勢">
    <p:spTree>
      <p:nvGrpSpPr>
        <p:cNvPr id="1" name=""/>
        <p:cNvGrpSpPr/>
        <p:nvPr/>
      </p:nvGrpSpPr>
      <p:grpSpPr>
        <a:xfrm>
          <a:off x="0" y="0"/>
          <a:ext cx="0" cy="0"/>
          <a:chOff x="0" y="0"/>
          <a:chExt cx="0" cy="0"/>
        </a:xfrm>
      </p:grpSpPr>
      <p:sp>
        <p:nvSpPr>
          <p:cNvPr id="11" name="圖片版面配置區 8">
            <a:extLst>
              <a:ext uri="{FF2B5EF4-FFF2-40B4-BE49-F238E27FC236}">
                <a16:creationId xmlns:a16="http://schemas.microsoft.com/office/drawing/2014/main" id="{E090415B-A73D-4D17-B5FA-F442D6C0EB27}"/>
              </a:ext>
            </a:extLst>
          </p:cNvPr>
          <p:cNvSpPr>
            <a:spLocks noGrp="1"/>
          </p:cNvSpPr>
          <p:nvPr>
            <p:ph type="pic" sz="quarter" idx="10" hasCustomPrompt="1"/>
          </p:nvPr>
        </p:nvSpPr>
        <p:spPr>
          <a:xfrm>
            <a:off x="0" y="0"/>
            <a:ext cx="12192000" cy="3429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3" name="標題 2">
            <a:extLst>
              <a:ext uri="{FF2B5EF4-FFF2-40B4-BE49-F238E27FC236}">
                <a16:creationId xmlns:a16="http://schemas.microsoft.com/office/drawing/2014/main" id="{AB9CB337-B3D4-443D-99C2-B7AE9EB5D243}"/>
              </a:ext>
            </a:extLst>
          </p:cNvPr>
          <p:cNvSpPr>
            <a:spLocks noGrp="1"/>
          </p:cNvSpPr>
          <p:nvPr>
            <p:ph type="title" hasCustomPrompt="1"/>
          </p:nvPr>
        </p:nvSpPr>
        <p:spPr>
          <a:xfrm>
            <a:off x="81279" y="-136525"/>
            <a:ext cx="4979773" cy="6858000"/>
          </a:xfrm>
          <a:prstGeom prst="rect">
            <a:avLst/>
          </a:prstGeom>
          <a:solidFill>
            <a:schemeClr val="accent2">
              <a:alpha val="92000"/>
            </a:schemeClr>
          </a:solidFill>
        </p:spPr>
        <p:txBody>
          <a:bodyPr tIns="3246120" rtlCol="0" anchor="ctr"/>
          <a:lstStyle>
            <a:lvl1pPr algn="ctr">
              <a:defRPr sz="2400" cap="all" spc="100"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新增標題</a:t>
            </a:r>
          </a:p>
        </p:txBody>
      </p:sp>
      <p:sp>
        <p:nvSpPr>
          <p:cNvPr id="8" name="日期版面配置區 3">
            <a:extLst>
              <a:ext uri="{FF2B5EF4-FFF2-40B4-BE49-F238E27FC236}">
                <a16:creationId xmlns:a16="http://schemas.microsoft.com/office/drawing/2014/main" id="{C9AB6E92-BF31-4AA5-B407-78E1D7795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9" name="頁尾版面配置區 4">
            <a:extLst>
              <a:ext uri="{FF2B5EF4-FFF2-40B4-BE49-F238E27FC236}">
                <a16:creationId xmlns:a16="http://schemas.microsoft.com/office/drawing/2014/main" id="{3803124F-8B71-4805-8DBD-A3AB3ED434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0" name="投影片編號版面配置區 5">
            <a:extLst>
              <a:ext uri="{FF2B5EF4-FFF2-40B4-BE49-F238E27FC236}">
                <a16:creationId xmlns:a16="http://schemas.microsoft.com/office/drawing/2014/main" id="{99A9D64C-A9E2-4148-B514-933547C5B9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
        <p:nvSpPr>
          <p:cNvPr id="15" name="文字版面配置區 10">
            <a:extLst>
              <a:ext uri="{FF2B5EF4-FFF2-40B4-BE49-F238E27FC236}">
                <a16:creationId xmlns:a16="http://schemas.microsoft.com/office/drawing/2014/main" id="{4218B468-C542-4326-86FA-43DF3A4F3DB9}"/>
              </a:ext>
            </a:extLst>
          </p:cNvPr>
          <p:cNvSpPr>
            <a:spLocks noGrp="1"/>
          </p:cNvSpPr>
          <p:nvPr>
            <p:ph type="body" sz="quarter" idx="16" hasCustomPrompt="1"/>
          </p:nvPr>
        </p:nvSpPr>
        <p:spPr>
          <a:xfrm>
            <a:off x="5743575" y="3972253"/>
            <a:ext cx="5859420" cy="1769419"/>
          </a:xfrm>
          <a:prstGeom prst="rect">
            <a:avLst/>
          </a:prstGeom>
        </p:spPr>
        <p:txBody>
          <a:bodyPr rtlCol="0" anchor="ctr"/>
          <a:lstStyle>
            <a:lvl1pPr marL="0" indent="0" algn="l">
              <a:lnSpc>
                <a:spcPct val="200000"/>
              </a:lnSpc>
              <a:spcBef>
                <a:spcPts val="0"/>
              </a:spcBef>
              <a:buNone/>
              <a:defRPr sz="18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Tree>
    <p:extLst>
      <p:ext uri="{BB962C8B-B14F-4D97-AF65-F5344CB8AC3E}">
        <p14:creationId xmlns:p14="http://schemas.microsoft.com/office/powerpoint/2010/main" val="4170420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分隔線投影片">
    <p:spTree>
      <p:nvGrpSpPr>
        <p:cNvPr id="1" name=""/>
        <p:cNvGrpSpPr/>
        <p:nvPr/>
      </p:nvGrpSpPr>
      <p:grpSpPr>
        <a:xfrm>
          <a:off x="0" y="0"/>
          <a:ext cx="0" cy="0"/>
          <a:chOff x="0" y="0"/>
          <a:chExt cx="0" cy="0"/>
        </a:xfrm>
      </p:grpSpPr>
      <p:sp>
        <p:nvSpPr>
          <p:cNvPr id="7" name="圖片版面配置區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0"/>
            <a:ext cx="12192000"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2" name="標題 1">
            <a:extLst>
              <a:ext uri="{FF2B5EF4-FFF2-40B4-BE49-F238E27FC236}">
                <a16:creationId xmlns:a16="http://schemas.microsoft.com/office/drawing/2014/main" id="{B69D7CAC-EE78-4BAE-94EA-EBE4BB118115}"/>
              </a:ext>
            </a:extLst>
          </p:cNvPr>
          <p:cNvSpPr>
            <a:spLocks noGrp="1"/>
          </p:cNvSpPr>
          <p:nvPr>
            <p:ph type="title" hasCustomPrompt="1"/>
          </p:nvPr>
        </p:nvSpPr>
        <p:spPr>
          <a:xfrm>
            <a:off x="0" y="2375848"/>
            <a:ext cx="12192000" cy="4491182"/>
          </a:xfrm>
          <a:prstGeom prst="rect">
            <a:avLst/>
          </a:prstGeom>
          <a:solidFill>
            <a:schemeClr val="accent4">
              <a:lumMod val="50000"/>
              <a:alpha val="55000"/>
            </a:schemeClr>
          </a:solidFill>
        </p:spPr>
        <p:txBody>
          <a:bodyPr lIns="3657600" tIns="182880" rIns="3657600" rtlCol="0"/>
          <a:lstStyle>
            <a:lvl1pPr algn="ctr">
              <a:defRPr sz="6000" cap="all" spc="100" baseline="0">
                <a:solidFill>
                  <a:schemeClr val="accent5"/>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Tree>
    <p:extLst>
      <p:ext uri="{BB962C8B-B14F-4D97-AF65-F5344CB8AC3E}">
        <p14:creationId xmlns:p14="http://schemas.microsoft.com/office/powerpoint/2010/main" val="1148328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商業模型">
    <p:bg>
      <p:bgPr>
        <a:solidFill>
          <a:schemeClr val="accent5">
            <a:alpha val="10000"/>
          </a:schemeClr>
        </a:solidFill>
        <a:effectLst/>
      </p:bgPr>
    </p:bg>
    <p:spTree>
      <p:nvGrpSpPr>
        <p:cNvPr id="1" name=""/>
        <p:cNvGrpSpPr/>
        <p:nvPr/>
      </p:nvGrpSpPr>
      <p:grpSpPr>
        <a:xfrm>
          <a:off x="0" y="0"/>
          <a:ext cx="0" cy="0"/>
          <a:chOff x="0" y="0"/>
          <a:chExt cx="0" cy="0"/>
        </a:xfrm>
      </p:grpSpPr>
      <p:sp>
        <p:nvSpPr>
          <p:cNvPr id="11" name="圖片版面配置區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1" y="0"/>
            <a:ext cx="6772276"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2" name="標題 1">
            <a:extLst>
              <a:ext uri="{FF2B5EF4-FFF2-40B4-BE49-F238E27FC236}">
                <a16:creationId xmlns:a16="http://schemas.microsoft.com/office/drawing/2014/main" id="{7D906EC1-D867-4113-B1E4-72ADCC4B1586}"/>
              </a:ext>
            </a:extLst>
          </p:cNvPr>
          <p:cNvSpPr>
            <a:spLocks noGrp="1"/>
          </p:cNvSpPr>
          <p:nvPr>
            <p:ph type="title" hasCustomPrompt="1"/>
          </p:nvPr>
        </p:nvSpPr>
        <p:spPr>
          <a:xfrm>
            <a:off x="1861354" y="790901"/>
            <a:ext cx="3049568" cy="640698"/>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rtlCol="0" anchor="ctr"/>
          <a:lstStyle>
            <a:lvl1pPr algn="ctr">
              <a:defRPr sz="2400" cap="all" spc="100"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noProof="0"/>
              <a:t>新增標題</a:t>
            </a:r>
          </a:p>
        </p:txBody>
      </p:sp>
      <p:sp>
        <p:nvSpPr>
          <p:cNvPr id="16" name="文字版面配置區 10">
            <a:extLst>
              <a:ext uri="{FF2B5EF4-FFF2-40B4-BE49-F238E27FC236}">
                <a16:creationId xmlns:a16="http://schemas.microsoft.com/office/drawing/2014/main" id="{782CE97E-7FF6-4E8B-AF42-9777A2451F87}"/>
              </a:ext>
            </a:extLst>
          </p:cNvPr>
          <p:cNvSpPr>
            <a:spLocks noGrp="1"/>
          </p:cNvSpPr>
          <p:nvPr>
            <p:ph type="body" sz="quarter" idx="16" hasCustomPrompt="1"/>
          </p:nvPr>
        </p:nvSpPr>
        <p:spPr>
          <a:xfrm>
            <a:off x="7822086" y="826720"/>
            <a:ext cx="3421103" cy="426393"/>
          </a:xfrm>
          <a:prstGeom prst="rect">
            <a:avLst/>
          </a:prstGeom>
        </p:spPr>
        <p:txBody>
          <a:bodyPr rtlCol="0" anchor="b"/>
          <a:lstStyle>
            <a:lvl1pPr marL="0" indent="0" algn="l">
              <a:buNone/>
              <a:defRPr sz="18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4" name="文字版面配置區 10">
            <a:extLst>
              <a:ext uri="{FF2B5EF4-FFF2-40B4-BE49-F238E27FC236}">
                <a16:creationId xmlns:a16="http://schemas.microsoft.com/office/drawing/2014/main" id="{F57B5FEE-44D7-4F94-A843-EC7BD802D827}"/>
              </a:ext>
            </a:extLst>
          </p:cNvPr>
          <p:cNvSpPr>
            <a:spLocks noGrp="1"/>
          </p:cNvSpPr>
          <p:nvPr>
            <p:ph type="body" sz="quarter" idx="12" hasCustomPrompt="1"/>
          </p:nvPr>
        </p:nvSpPr>
        <p:spPr>
          <a:xfrm>
            <a:off x="7822086" y="1206225"/>
            <a:ext cx="34211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6" name="文字版面配置區 10">
            <a:extLst>
              <a:ext uri="{FF2B5EF4-FFF2-40B4-BE49-F238E27FC236}">
                <a16:creationId xmlns:a16="http://schemas.microsoft.com/office/drawing/2014/main" id="{4250112D-DE79-407A-BBAB-B2BB2CB881C5}"/>
              </a:ext>
            </a:extLst>
          </p:cNvPr>
          <p:cNvSpPr>
            <a:spLocks noGrp="1"/>
          </p:cNvSpPr>
          <p:nvPr>
            <p:ph type="body" sz="quarter" idx="18" hasCustomPrompt="1"/>
          </p:nvPr>
        </p:nvSpPr>
        <p:spPr>
          <a:xfrm>
            <a:off x="7822086" y="2666702"/>
            <a:ext cx="3421103" cy="426393"/>
          </a:xfrm>
          <a:prstGeom prst="rect">
            <a:avLst/>
          </a:prstGeom>
        </p:spPr>
        <p:txBody>
          <a:bodyPr rtlCol="0" anchor="b"/>
          <a:lstStyle>
            <a:lvl1pPr marL="0" indent="0" algn="l">
              <a:buNone/>
              <a:defRPr sz="18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35" name="文字版面配置區 10">
            <a:extLst>
              <a:ext uri="{FF2B5EF4-FFF2-40B4-BE49-F238E27FC236}">
                <a16:creationId xmlns:a16="http://schemas.microsoft.com/office/drawing/2014/main" id="{1C55DCE1-6E6B-4CDD-A9D8-B2A003485698}"/>
              </a:ext>
            </a:extLst>
          </p:cNvPr>
          <p:cNvSpPr>
            <a:spLocks noGrp="1"/>
          </p:cNvSpPr>
          <p:nvPr>
            <p:ph type="body" sz="quarter" idx="17" hasCustomPrompt="1"/>
          </p:nvPr>
        </p:nvSpPr>
        <p:spPr>
          <a:xfrm>
            <a:off x="7822086" y="3046207"/>
            <a:ext cx="34211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9" name="文字版面配置區 10">
            <a:extLst>
              <a:ext uri="{FF2B5EF4-FFF2-40B4-BE49-F238E27FC236}">
                <a16:creationId xmlns:a16="http://schemas.microsoft.com/office/drawing/2014/main" id="{9CAE3862-A5E9-4B70-8F14-8F5BFEE3AAEC}"/>
              </a:ext>
            </a:extLst>
          </p:cNvPr>
          <p:cNvSpPr>
            <a:spLocks noGrp="1"/>
          </p:cNvSpPr>
          <p:nvPr>
            <p:ph type="body" sz="quarter" idx="20" hasCustomPrompt="1"/>
          </p:nvPr>
        </p:nvSpPr>
        <p:spPr>
          <a:xfrm>
            <a:off x="7822086" y="4536575"/>
            <a:ext cx="3421103" cy="426393"/>
          </a:xfrm>
          <a:prstGeom prst="rect">
            <a:avLst/>
          </a:prstGeom>
        </p:spPr>
        <p:txBody>
          <a:bodyPr rtlCol="0" anchor="b"/>
          <a:lstStyle>
            <a:lvl1pPr marL="0" indent="0" algn="l">
              <a:buNone/>
              <a:defRPr sz="18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38" name="文字版面配置區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7822086" y="4916080"/>
            <a:ext cx="34211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8" name="日期版面配置區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9" name="頁尾版面配置區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0" name="投影片編號版面配置區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2004238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市場商機概觀">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978E2C-0F13-417A-AD7A-E478D5C3BD4C}"/>
              </a:ext>
            </a:extLst>
          </p:cNvPr>
          <p:cNvSpPr>
            <a:spLocks noGrp="1"/>
          </p:cNvSpPr>
          <p:nvPr>
            <p:ph type="title" hasCustomPrompt="1"/>
          </p:nvPr>
        </p:nvSpPr>
        <p:spPr>
          <a:xfrm>
            <a:off x="808382" y="422661"/>
            <a:ext cx="5200532" cy="720399"/>
          </a:xfrm>
          <a:prstGeom prst="rect">
            <a:avLst/>
          </a:prstGeom>
        </p:spPr>
        <p:txBody>
          <a:bodyPr rtlCol="0" anchor="ctr"/>
          <a:lstStyle>
            <a:lvl1pPr algn="l">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5" name="文字版面配置區 10">
            <a:extLst>
              <a:ext uri="{FF2B5EF4-FFF2-40B4-BE49-F238E27FC236}">
                <a16:creationId xmlns:a16="http://schemas.microsoft.com/office/drawing/2014/main" id="{30892B14-4811-4781-A0D4-2D26A55DFF2F}"/>
              </a:ext>
            </a:extLst>
          </p:cNvPr>
          <p:cNvSpPr>
            <a:spLocks noGrp="1"/>
          </p:cNvSpPr>
          <p:nvPr>
            <p:ph type="body" sz="quarter" idx="16" hasCustomPrompt="1"/>
          </p:nvPr>
        </p:nvSpPr>
        <p:spPr>
          <a:xfrm>
            <a:off x="920003" y="1617548"/>
            <a:ext cx="876929" cy="720399"/>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24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22" name="文字版面配置區 10">
            <a:extLst>
              <a:ext uri="{FF2B5EF4-FFF2-40B4-BE49-F238E27FC236}">
                <a16:creationId xmlns:a16="http://schemas.microsoft.com/office/drawing/2014/main" id="{950B6E72-89BA-408A-B2C8-8424747605D1}"/>
              </a:ext>
            </a:extLst>
          </p:cNvPr>
          <p:cNvSpPr>
            <a:spLocks noGrp="1"/>
          </p:cNvSpPr>
          <p:nvPr>
            <p:ph type="body" sz="quarter" idx="18" hasCustomPrompt="1"/>
          </p:nvPr>
        </p:nvSpPr>
        <p:spPr>
          <a:xfrm>
            <a:off x="920003" y="3180036"/>
            <a:ext cx="876930" cy="720400"/>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24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24" name="文字版面配置區 10">
            <a:extLst>
              <a:ext uri="{FF2B5EF4-FFF2-40B4-BE49-F238E27FC236}">
                <a16:creationId xmlns:a16="http://schemas.microsoft.com/office/drawing/2014/main" id="{1FCE449C-D340-41D2-BDD5-5A31068FC8B8}"/>
              </a:ext>
            </a:extLst>
          </p:cNvPr>
          <p:cNvSpPr>
            <a:spLocks noGrp="1"/>
          </p:cNvSpPr>
          <p:nvPr>
            <p:ph type="body" sz="quarter" idx="20" hasCustomPrompt="1"/>
          </p:nvPr>
        </p:nvSpPr>
        <p:spPr>
          <a:xfrm>
            <a:off x="920003" y="4760985"/>
            <a:ext cx="876930" cy="720400"/>
          </a:xfrm>
          <a:prstGeom prst="rect">
            <a:avLst/>
          </a:prstGeom>
          <a:ln w="28575">
            <a:solidFill>
              <a:schemeClr val="accent4"/>
            </a:solidFill>
          </a:ln>
        </p:spPr>
        <p:txBody>
          <a:bodyPr lIns="0" tIns="0" rIns="0" bIns="0" rtlCol="0" anchor="ctr"/>
          <a:lstStyle>
            <a:lvl1pPr marL="0" indent="0" algn="ctr">
              <a:lnSpc>
                <a:spcPct val="100000"/>
              </a:lnSpc>
              <a:spcBef>
                <a:spcPts val="0"/>
              </a:spcBef>
              <a:buNone/>
              <a:defRPr sz="24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14" name="文字版面配置區 10">
            <a:extLst>
              <a:ext uri="{FF2B5EF4-FFF2-40B4-BE49-F238E27FC236}">
                <a16:creationId xmlns:a16="http://schemas.microsoft.com/office/drawing/2014/main" id="{41E2BD66-8465-46D7-9283-569B4EE4590B}"/>
              </a:ext>
            </a:extLst>
          </p:cNvPr>
          <p:cNvSpPr>
            <a:spLocks noGrp="1"/>
          </p:cNvSpPr>
          <p:nvPr>
            <p:ph type="body" sz="quarter" idx="12" hasCustomPrompt="1"/>
          </p:nvPr>
        </p:nvSpPr>
        <p:spPr>
          <a:xfrm>
            <a:off x="2102977" y="1456753"/>
            <a:ext cx="33650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1" name="文字版面配置區 10">
            <a:extLst>
              <a:ext uri="{FF2B5EF4-FFF2-40B4-BE49-F238E27FC236}">
                <a16:creationId xmlns:a16="http://schemas.microsoft.com/office/drawing/2014/main" id="{13CFC961-1ED9-4817-9DB9-A1F1D0FD2ABA}"/>
              </a:ext>
            </a:extLst>
          </p:cNvPr>
          <p:cNvSpPr>
            <a:spLocks noGrp="1"/>
          </p:cNvSpPr>
          <p:nvPr>
            <p:ph type="body" sz="quarter" idx="17" hasCustomPrompt="1"/>
          </p:nvPr>
        </p:nvSpPr>
        <p:spPr>
          <a:xfrm>
            <a:off x="2102977" y="3031685"/>
            <a:ext cx="33650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3" name="文字版面配置區 10">
            <a:extLst>
              <a:ext uri="{FF2B5EF4-FFF2-40B4-BE49-F238E27FC236}">
                <a16:creationId xmlns:a16="http://schemas.microsoft.com/office/drawing/2014/main" id="{7E0D9B8E-402D-44A1-920E-4838543BD9F3}"/>
              </a:ext>
            </a:extLst>
          </p:cNvPr>
          <p:cNvSpPr>
            <a:spLocks noGrp="1"/>
          </p:cNvSpPr>
          <p:nvPr>
            <p:ph type="body" sz="quarter" idx="19" hasCustomPrompt="1"/>
          </p:nvPr>
        </p:nvSpPr>
        <p:spPr>
          <a:xfrm>
            <a:off x="2102977" y="4612634"/>
            <a:ext cx="3365003" cy="1017102"/>
          </a:xfrm>
          <a:prstGeom prst="rect">
            <a:avLst/>
          </a:prstGeom>
        </p:spPr>
        <p:txBody>
          <a:bodyPr rtlCol="0" anchor="t"/>
          <a:lstStyle>
            <a:lvl1pPr marL="0" indent="0" algn="l">
              <a:lnSpc>
                <a:spcPct val="125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5" name="日期版面配置區 3">
            <a:extLst>
              <a:ext uri="{FF2B5EF4-FFF2-40B4-BE49-F238E27FC236}">
                <a16:creationId xmlns:a16="http://schemas.microsoft.com/office/drawing/2014/main" id="{64607288-5296-4BAF-B405-7F1902FA0EF0}"/>
              </a:ext>
            </a:extLst>
          </p:cNvPr>
          <p:cNvSpPr>
            <a:spLocks noGrp="1"/>
          </p:cNvSpPr>
          <p:nvPr>
            <p:ph type="dt" sz="half" idx="2"/>
          </p:nvPr>
        </p:nvSpPr>
        <p:spPr>
          <a:xfrm>
            <a:off x="0" y="6248018"/>
            <a:ext cx="2435528" cy="614850"/>
          </a:xfrm>
          <a:prstGeom prst="rect">
            <a:avLst/>
          </a:prstGeom>
          <a:solidFill>
            <a:schemeClr val="accent2">
              <a:alpha val="92000"/>
            </a:schemeClr>
          </a:solidFill>
        </p:spPr>
        <p:txBody>
          <a:bodyPr vert="horz" lIns="274320" tIns="0" rIns="91440" bIns="45720" rtlCol="0" anchor="ctr"/>
          <a:lstStyle>
            <a:lvl1pPr algn="ct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圖片版面配置區 8">
            <a:extLst>
              <a:ext uri="{FF2B5EF4-FFF2-40B4-BE49-F238E27FC236}">
                <a16:creationId xmlns:a16="http://schemas.microsoft.com/office/drawing/2014/main" id="{61341B70-2018-4DBE-BB9A-D1F7A895F9BE}"/>
              </a:ext>
            </a:extLst>
          </p:cNvPr>
          <p:cNvSpPr>
            <a:spLocks noGrp="1"/>
          </p:cNvSpPr>
          <p:nvPr>
            <p:ph type="pic" sz="quarter" idx="10" hasCustomPrompt="1"/>
          </p:nvPr>
        </p:nvSpPr>
        <p:spPr>
          <a:xfrm>
            <a:off x="6384174" y="0"/>
            <a:ext cx="5807825"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3" name="頁尾版面配置區 3">
            <a:extLst>
              <a:ext uri="{FF2B5EF4-FFF2-40B4-BE49-F238E27FC236}">
                <a16:creationId xmlns:a16="http://schemas.microsoft.com/office/drawing/2014/main" id="{83CCEE28-12C2-4138-9214-420B5A5BCEC1}"/>
              </a:ext>
            </a:extLst>
          </p:cNvPr>
          <p:cNvSpPr>
            <a:spLocks noGrp="1"/>
          </p:cNvSpPr>
          <p:nvPr>
            <p:ph type="ftr" sz="quarter" idx="11"/>
          </p:nvPr>
        </p:nvSpPr>
        <p:spPr>
          <a:xfrm>
            <a:off x="2439762" y="6248018"/>
            <a:ext cx="7267426" cy="620868"/>
          </a:xfrm>
          <a:prstGeom prst="rect">
            <a:avLst/>
          </a:prstGeom>
          <a:solidFill>
            <a:schemeClr val="accent2">
              <a:alpha val="92000"/>
            </a:schemeClr>
          </a:solidFill>
        </p:spPr>
        <p:txBody>
          <a:bodyPr tIns="0" rtlCol="0"/>
          <a:lstStyle>
            <a:lvl1pPr>
              <a:defRPr>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27" name="投影片編號版面配置區 5">
            <a:extLst>
              <a:ext uri="{FF2B5EF4-FFF2-40B4-BE49-F238E27FC236}">
                <a16:creationId xmlns:a16="http://schemas.microsoft.com/office/drawing/2014/main" id="{347ECA7D-7D2B-475F-874D-51236135A6E9}"/>
              </a:ext>
            </a:extLst>
          </p:cNvPr>
          <p:cNvSpPr>
            <a:spLocks noGrp="1"/>
          </p:cNvSpPr>
          <p:nvPr>
            <p:ph type="sldNum" sz="quarter" idx="4"/>
          </p:nvPr>
        </p:nvSpPr>
        <p:spPr>
          <a:xfrm>
            <a:off x="9707188" y="6248018"/>
            <a:ext cx="2495699" cy="620866"/>
          </a:xfrm>
          <a:prstGeom prst="rect">
            <a:avLst/>
          </a:prstGeom>
          <a:solidFill>
            <a:schemeClr val="accent2">
              <a:alpha val="92000"/>
            </a:schemeClr>
          </a:solidFill>
        </p:spPr>
        <p:txBody>
          <a:bodyPr vert="horz" lIns="457200" tIns="0" rIns="91440" bIns="45720" rtlCol="0" anchor="ctr"/>
          <a:lstStyle>
            <a:lvl1pPr algn="ct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625327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市場商機比較">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2198964-B829-4E4F-AAE7-4D7A404AB794}"/>
              </a:ext>
            </a:extLst>
          </p:cNvPr>
          <p:cNvSpPr>
            <a:spLocks noGrp="1"/>
          </p:cNvSpPr>
          <p:nvPr>
            <p:ph type="title" hasCustomPrompt="1"/>
          </p:nvPr>
        </p:nvSpPr>
        <p:spPr>
          <a:xfrm>
            <a:off x="3233057" y="698523"/>
            <a:ext cx="5715000" cy="469089"/>
          </a:xfrm>
          <a:prstGeom prst="rect">
            <a:avLst/>
          </a:prstGeom>
        </p:spPr>
        <p:txBody>
          <a:bodyPr rtlCol="0" anchor="ctr"/>
          <a:lstStyle>
            <a:lvl1pPr algn="ct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21" name="文字版面配置區 10">
            <a:extLst>
              <a:ext uri="{FF2B5EF4-FFF2-40B4-BE49-F238E27FC236}">
                <a16:creationId xmlns:a16="http://schemas.microsoft.com/office/drawing/2014/main" id="{F7C80E83-E343-4BA5-ABB5-ACA84EEE6236}"/>
              </a:ext>
            </a:extLst>
          </p:cNvPr>
          <p:cNvSpPr>
            <a:spLocks noGrp="1"/>
          </p:cNvSpPr>
          <p:nvPr>
            <p:ph type="body" sz="quarter" idx="16" hasCustomPrompt="1"/>
          </p:nvPr>
        </p:nvSpPr>
        <p:spPr>
          <a:xfrm>
            <a:off x="1681078" y="1853427"/>
            <a:ext cx="1252367" cy="863490"/>
          </a:xfrm>
          <a:prstGeom prst="rect">
            <a:avLst/>
          </a:prstGeom>
          <a:ln w="28575">
            <a:solidFill>
              <a:schemeClr val="accent4"/>
            </a:solidFill>
          </a:ln>
        </p:spPr>
        <p:txBody>
          <a:bodyPr rtlCol="0" anchor="ctr"/>
          <a:lstStyle>
            <a:lvl1pPr marL="0" indent="0" algn="ctr">
              <a:buNone/>
              <a:defRPr sz="32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20" name="文字版面配置區 10">
            <a:extLst>
              <a:ext uri="{FF2B5EF4-FFF2-40B4-BE49-F238E27FC236}">
                <a16:creationId xmlns:a16="http://schemas.microsoft.com/office/drawing/2014/main" id="{BA56986C-C9AC-44CD-9D32-24AA209F7648}"/>
              </a:ext>
            </a:extLst>
          </p:cNvPr>
          <p:cNvSpPr>
            <a:spLocks noGrp="1"/>
          </p:cNvSpPr>
          <p:nvPr>
            <p:ph type="body" sz="quarter" idx="12" hasCustomPrompt="1"/>
          </p:nvPr>
        </p:nvSpPr>
        <p:spPr>
          <a:xfrm>
            <a:off x="838200" y="2883704"/>
            <a:ext cx="2939143" cy="469089"/>
          </a:xfrm>
          <a:prstGeom prst="rect">
            <a:avLst/>
          </a:prstGeom>
        </p:spPr>
        <p:txBody>
          <a:bodyPr rtlCol="0" anchor="t"/>
          <a:lstStyle>
            <a:lvl1pPr marL="0" indent="0" algn="ctr">
              <a:lnSpc>
                <a:spcPct val="125000"/>
              </a:lnSpc>
              <a:spcBef>
                <a:spcPts val="0"/>
              </a:spcBef>
              <a:buNone/>
              <a:defRPr sz="18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7" name="文字版面配置區 10">
            <a:extLst>
              <a:ext uri="{FF2B5EF4-FFF2-40B4-BE49-F238E27FC236}">
                <a16:creationId xmlns:a16="http://schemas.microsoft.com/office/drawing/2014/main" id="{61B45AB9-9A5F-4872-A322-AD3890A5BE65}"/>
              </a:ext>
            </a:extLst>
          </p:cNvPr>
          <p:cNvSpPr>
            <a:spLocks noGrp="1"/>
          </p:cNvSpPr>
          <p:nvPr>
            <p:ph type="body" sz="quarter" idx="17" hasCustomPrompt="1"/>
          </p:nvPr>
        </p:nvSpPr>
        <p:spPr>
          <a:xfrm>
            <a:off x="838200" y="3253816"/>
            <a:ext cx="2939143" cy="469089"/>
          </a:xfrm>
          <a:prstGeom prst="rect">
            <a:avLst/>
          </a:prstGeom>
        </p:spPr>
        <p:txBody>
          <a:bodyPr rtlCol="0" anchor="t"/>
          <a:lstStyle>
            <a:lvl1pPr marL="0" indent="0" algn="ctr">
              <a:lnSpc>
                <a:spcPct val="125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9" name="文字版面配置區 10">
            <a:extLst>
              <a:ext uri="{FF2B5EF4-FFF2-40B4-BE49-F238E27FC236}">
                <a16:creationId xmlns:a16="http://schemas.microsoft.com/office/drawing/2014/main" id="{E5E3032E-6B86-4F42-95E1-7C7B13087199}"/>
              </a:ext>
            </a:extLst>
          </p:cNvPr>
          <p:cNvSpPr>
            <a:spLocks noGrp="1"/>
          </p:cNvSpPr>
          <p:nvPr>
            <p:ph type="body" sz="quarter" idx="19" hasCustomPrompt="1"/>
          </p:nvPr>
        </p:nvSpPr>
        <p:spPr>
          <a:xfrm>
            <a:off x="5469646" y="1853426"/>
            <a:ext cx="1252367" cy="863491"/>
          </a:xfrm>
          <a:prstGeom prst="rect">
            <a:avLst/>
          </a:prstGeom>
          <a:ln w="28575">
            <a:solidFill>
              <a:schemeClr val="accent4"/>
            </a:solidFill>
          </a:ln>
        </p:spPr>
        <p:txBody>
          <a:bodyPr rtlCol="0" anchor="ctr"/>
          <a:lstStyle>
            <a:lvl1pPr marL="0" indent="0" algn="ctr">
              <a:buNone/>
              <a:defRPr sz="32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28" name="文字版面配置區 10">
            <a:extLst>
              <a:ext uri="{FF2B5EF4-FFF2-40B4-BE49-F238E27FC236}">
                <a16:creationId xmlns:a16="http://schemas.microsoft.com/office/drawing/2014/main" id="{C56EA384-B876-4E37-81CC-FF14C8064ED4}"/>
              </a:ext>
            </a:extLst>
          </p:cNvPr>
          <p:cNvSpPr>
            <a:spLocks noGrp="1"/>
          </p:cNvSpPr>
          <p:nvPr>
            <p:ph type="body" sz="quarter" idx="18" hasCustomPrompt="1"/>
          </p:nvPr>
        </p:nvSpPr>
        <p:spPr>
          <a:xfrm>
            <a:off x="4626428" y="2883704"/>
            <a:ext cx="2939143" cy="469089"/>
          </a:xfrm>
          <a:prstGeom prst="rect">
            <a:avLst/>
          </a:prstGeom>
        </p:spPr>
        <p:txBody>
          <a:bodyPr rtlCol="0" anchor="t"/>
          <a:lstStyle>
            <a:lvl1pPr marL="0" indent="0" algn="ctr">
              <a:lnSpc>
                <a:spcPct val="125000"/>
              </a:lnSpc>
              <a:spcBef>
                <a:spcPts val="0"/>
              </a:spcBef>
              <a:buNone/>
              <a:defRPr sz="18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0" name="文字版面配置區 10">
            <a:extLst>
              <a:ext uri="{FF2B5EF4-FFF2-40B4-BE49-F238E27FC236}">
                <a16:creationId xmlns:a16="http://schemas.microsoft.com/office/drawing/2014/main" id="{7A136A37-A8C3-48F4-978F-3042B2451FFF}"/>
              </a:ext>
            </a:extLst>
          </p:cNvPr>
          <p:cNvSpPr>
            <a:spLocks noGrp="1"/>
          </p:cNvSpPr>
          <p:nvPr>
            <p:ph type="body" sz="quarter" idx="20" hasCustomPrompt="1"/>
          </p:nvPr>
        </p:nvSpPr>
        <p:spPr>
          <a:xfrm>
            <a:off x="4626428" y="3253816"/>
            <a:ext cx="2939143" cy="469089"/>
          </a:xfrm>
          <a:prstGeom prst="rect">
            <a:avLst/>
          </a:prstGeom>
        </p:spPr>
        <p:txBody>
          <a:bodyPr rtlCol="0" anchor="t"/>
          <a:lstStyle>
            <a:lvl1pPr marL="0" indent="0" algn="ctr">
              <a:lnSpc>
                <a:spcPct val="125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2" name="文字版面配置區 10">
            <a:extLst>
              <a:ext uri="{FF2B5EF4-FFF2-40B4-BE49-F238E27FC236}">
                <a16:creationId xmlns:a16="http://schemas.microsoft.com/office/drawing/2014/main" id="{90D156C2-557C-45F2-B9BA-7CE533312A02}"/>
              </a:ext>
            </a:extLst>
          </p:cNvPr>
          <p:cNvSpPr>
            <a:spLocks noGrp="1"/>
          </p:cNvSpPr>
          <p:nvPr>
            <p:ph type="body" sz="quarter" idx="22" hasCustomPrompt="1"/>
          </p:nvPr>
        </p:nvSpPr>
        <p:spPr>
          <a:xfrm>
            <a:off x="9258214" y="1853427"/>
            <a:ext cx="1252028" cy="863492"/>
          </a:xfrm>
          <a:prstGeom prst="rect">
            <a:avLst/>
          </a:prstGeom>
          <a:ln w="28575">
            <a:solidFill>
              <a:schemeClr val="accent4"/>
            </a:solidFill>
          </a:ln>
        </p:spPr>
        <p:txBody>
          <a:bodyPr rtlCol="0" anchor="ctr"/>
          <a:lstStyle>
            <a:lvl1pPr marL="0" indent="0" algn="ctr">
              <a:buNone/>
              <a:defRPr sz="32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文字</a:t>
            </a:r>
          </a:p>
        </p:txBody>
      </p:sp>
      <p:sp>
        <p:nvSpPr>
          <p:cNvPr id="31" name="文字版面配置區 10">
            <a:extLst>
              <a:ext uri="{FF2B5EF4-FFF2-40B4-BE49-F238E27FC236}">
                <a16:creationId xmlns:a16="http://schemas.microsoft.com/office/drawing/2014/main" id="{38E358D4-D1F9-4872-A079-98E1F6BD662D}"/>
              </a:ext>
            </a:extLst>
          </p:cNvPr>
          <p:cNvSpPr>
            <a:spLocks noGrp="1"/>
          </p:cNvSpPr>
          <p:nvPr>
            <p:ph type="body" sz="quarter" idx="21" hasCustomPrompt="1"/>
          </p:nvPr>
        </p:nvSpPr>
        <p:spPr>
          <a:xfrm>
            <a:off x="8414657" y="2883704"/>
            <a:ext cx="2939143" cy="469089"/>
          </a:xfrm>
          <a:prstGeom prst="rect">
            <a:avLst/>
          </a:prstGeom>
        </p:spPr>
        <p:txBody>
          <a:bodyPr rtlCol="0" anchor="t"/>
          <a:lstStyle>
            <a:lvl1pPr marL="0" indent="0" algn="ctr">
              <a:lnSpc>
                <a:spcPct val="125000"/>
              </a:lnSpc>
              <a:spcBef>
                <a:spcPts val="0"/>
              </a:spcBef>
              <a:buNone/>
              <a:defRPr sz="18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3" name="文字版面配置區 10">
            <a:extLst>
              <a:ext uri="{FF2B5EF4-FFF2-40B4-BE49-F238E27FC236}">
                <a16:creationId xmlns:a16="http://schemas.microsoft.com/office/drawing/2014/main" id="{8D809314-142B-40CA-8424-37611F5E9C1F}"/>
              </a:ext>
            </a:extLst>
          </p:cNvPr>
          <p:cNvSpPr>
            <a:spLocks noGrp="1"/>
          </p:cNvSpPr>
          <p:nvPr>
            <p:ph type="body" sz="quarter" idx="23" hasCustomPrompt="1"/>
          </p:nvPr>
        </p:nvSpPr>
        <p:spPr>
          <a:xfrm>
            <a:off x="8414657" y="3253816"/>
            <a:ext cx="2939143" cy="469089"/>
          </a:xfrm>
          <a:prstGeom prst="rect">
            <a:avLst/>
          </a:prstGeom>
        </p:spPr>
        <p:txBody>
          <a:bodyPr rtlCol="0" anchor="t"/>
          <a:lstStyle>
            <a:lvl1pPr marL="0" indent="0" algn="ctr">
              <a:lnSpc>
                <a:spcPct val="125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6" name="圖片版面配置區 8">
            <a:extLst>
              <a:ext uri="{FF2B5EF4-FFF2-40B4-BE49-F238E27FC236}">
                <a16:creationId xmlns:a16="http://schemas.microsoft.com/office/drawing/2014/main" id="{3B652552-1A5B-4884-9BDF-1A2663959342}"/>
              </a:ext>
            </a:extLst>
          </p:cNvPr>
          <p:cNvSpPr>
            <a:spLocks noGrp="1"/>
          </p:cNvSpPr>
          <p:nvPr>
            <p:ph type="pic" sz="quarter" idx="14" hasCustomPrompt="1"/>
          </p:nvPr>
        </p:nvSpPr>
        <p:spPr>
          <a:xfrm>
            <a:off x="0" y="4234542"/>
            <a:ext cx="12191999" cy="2623457"/>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36" name="日期版面配置區 3">
            <a:extLst>
              <a:ext uri="{FF2B5EF4-FFF2-40B4-BE49-F238E27FC236}">
                <a16:creationId xmlns:a16="http://schemas.microsoft.com/office/drawing/2014/main" id="{5C7A8808-3BA5-498D-8E57-CAB9DF0182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37" name="頁尾版面配置區 4">
            <a:extLst>
              <a:ext uri="{FF2B5EF4-FFF2-40B4-BE49-F238E27FC236}">
                <a16:creationId xmlns:a16="http://schemas.microsoft.com/office/drawing/2014/main" id="{742EE3D7-DACC-458E-82B0-EC87F8BAE8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38" name="投影片編號版面配置區 5">
            <a:extLst>
              <a:ext uri="{FF2B5EF4-FFF2-40B4-BE49-F238E27FC236}">
                <a16:creationId xmlns:a16="http://schemas.microsoft.com/office/drawing/2014/main" id="{8ED908E6-B839-44D9-AFFC-E5E5E592E5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318222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我們的競爭">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41225E-57F6-4605-A684-F9B30F1F664E}"/>
              </a:ext>
            </a:extLst>
          </p:cNvPr>
          <p:cNvSpPr>
            <a:spLocks noGrp="1"/>
          </p:cNvSpPr>
          <p:nvPr>
            <p:ph type="title" hasCustomPrompt="1"/>
          </p:nvPr>
        </p:nvSpPr>
        <p:spPr>
          <a:xfrm>
            <a:off x="809568" y="2450440"/>
            <a:ext cx="4143432" cy="548711"/>
          </a:xfrm>
          <a:prstGeom prst="rect">
            <a:avLst/>
          </a:prstGeom>
        </p:spPr>
        <p:txBody>
          <a:bodyPr rtlCol="0" anchor="b"/>
          <a:lstStyle>
            <a:lvl1pP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7" name="圖片版面配置區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837756" y="0"/>
            <a:ext cx="7354243" cy="286247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2" name="文字版面配置區 10">
            <a:extLst>
              <a:ext uri="{FF2B5EF4-FFF2-40B4-BE49-F238E27FC236}">
                <a16:creationId xmlns:a16="http://schemas.microsoft.com/office/drawing/2014/main" id="{AE2342C8-E968-4F49-930C-F5C43F88F0BF}"/>
              </a:ext>
            </a:extLst>
          </p:cNvPr>
          <p:cNvSpPr>
            <a:spLocks noGrp="1"/>
          </p:cNvSpPr>
          <p:nvPr>
            <p:ph type="body" sz="quarter" idx="16" hasCustomPrompt="1"/>
          </p:nvPr>
        </p:nvSpPr>
        <p:spPr>
          <a:xfrm>
            <a:off x="819728" y="3365446"/>
            <a:ext cx="4953000"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1" name="文字版面配置區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3744950"/>
            <a:ext cx="4953000" cy="2046251"/>
          </a:xfrm>
          <a:prstGeom prst="rect">
            <a:avLst/>
          </a:prstGeom>
        </p:spPr>
        <p:txBody>
          <a:bodyPr rtlCol="0" anchor="t"/>
          <a:lstStyle>
            <a:lvl1pPr marL="0" indent="0" algn="l">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5" name="文字版面配置區 10">
            <a:extLst>
              <a:ext uri="{FF2B5EF4-FFF2-40B4-BE49-F238E27FC236}">
                <a16:creationId xmlns:a16="http://schemas.microsoft.com/office/drawing/2014/main" id="{DCCC938D-0BC7-4BBB-BBF2-B830D9D0C13A}"/>
              </a:ext>
            </a:extLst>
          </p:cNvPr>
          <p:cNvSpPr>
            <a:spLocks noGrp="1"/>
          </p:cNvSpPr>
          <p:nvPr>
            <p:ph type="body" sz="quarter" idx="18" hasCustomPrompt="1"/>
          </p:nvPr>
        </p:nvSpPr>
        <p:spPr>
          <a:xfrm>
            <a:off x="6400800" y="3365446"/>
            <a:ext cx="4953000" cy="426393"/>
          </a:xfrm>
          <a:prstGeom prst="rect">
            <a:avLst/>
          </a:prstGeom>
        </p:spPr>
        <p:txBody>
          <a:bodyPr rtlCol="0" anchor="b"/>
          <a:lstStyle>
            <a:lvl1pPr marL="0" indent="0" algn="l">
              <a:buNone/>
              <a:defRPr sz="1800" cap="all"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14" name="文字版面配置區 10">
            <a:extLst>
              <a:ext uri="{FF2B5EF4-FFF2-40B4-BE49-F238E27FC236}">
                <a16:creationId xmlns:a16="http://schemas.microsoft.com/office/drawing/2014/main" id="{796405D2-E28F-41EC-844E-034C5D70725D}"/>
              </a:ext>
            </a:extLst>
          </p:cNvPr>
          <p:cNvSpPr>
            <a:spLocks noGrp="1"/>
          </p:cNvSpPr>
          <p:nvPr>
            <p:ph type="body" sz="quarter" idx="17" hasCustomPrompt="1"/>
          </p:nvPr>
        </p:nvSpPr>
        <p:spPr>
          <a:xfrm>
            <a:off x="6400800" y="3744950"/>
            <a:ext cx="4953000" cy="2046251"/>
          </a:xfrm>
          <a:prstGeom prst="rect">
            <a:avLst/>
          </a:prstGeom>
        </p:spPr>
        <p:txBody>
          <a:bodyPr rtlCol="0" anchor="t"/>
          <a:lstStyle>
            <a:lvl1pPr marL="0" indent="0" algn="l">
              <a:lnSpc>
                <a:spcPct val="10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8" name="日期版面配置區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9" name="頁尾版面配置區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0" name="投影片編號版面配置區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我們的競爭 v2">
    <p:spTree>
      <p:nvGrpSpPr>
        <p:cNvPr id="1" name=""/>
        <p:cNvGrpSpPr/>
        <p:nvPr/>
      </p:nvGrpSpPr>
      <p:grpSpPr>
        <a:xfrm>
          <a:off x="0" y="0"/>
          <a:ext cx="0" cy="0"/>
          <a:chOff x="0" y="0"/>
          <a:chExt cx="0" cy="0"/>
        </a:xfrm>
      </p:grpSpPr>
      <p:pic>
        <p:nvPicPr>
          <p:cNvPr id="49" name="圖形 48">
            <a:extLst>
              <a:ext uri="{FF2B5EF4-FFF2-40B4-BE49-F238E27FC236}">
                <a16:creationId xmlns:a16="http://schemas.microsoft.com/office/drawing/2014/main" id="{CC3C8467-268E-4ABA-B4F5-0808AFBB27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6237133"/>
            <a:ext cx="12191999" cy="620867"/>
          </a:xfrm>
          <a:prstGeom prst="rect">
            <a:avLst/>
          </a:prstGeom>
        </p:spPr>
      </p:pic>
      <p:cxnSp>
        <p:nvCxnSpPr>
          <p:cNvPr id="18" name="直線接點​​(S) 17">
            <a:extLst>
              <a:ext uri="{FF2B5EF4-FFF2-40B4-BE49-F238E27FC236}">
                <a16:creationId xmlns:a16="http://schemas.microsoft.com/office/drawing/2014/main" id="{D69FF8FD-CDD1-4BEE-8DB9-0CD4BDE983AA}"/>
              </a:ext>
              <a:ext uri="{C183D7F6-B498-43B3-948B-1728B52AA6E4}">
                <adec:decorative xmlns:adec="http://schemas.microsoft.com/office/drawing/2017/decorative" val="1"/>
              </a:ext>
            </a:extLst>
          </p:cNvPr>
          <p:cNvCxnSpPr>
            <a:cxnSpLocks/>
          </p:cNvCxnSpPr>
          <p:nvPr userDrawn="1"/>
        </p:nvCxnSpPr>
        <p:spPr>
          <a:xfrm>
            <a:off x="7335793" y="766762"/>
            <a:ext cx="0" cy="49039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S) 19">
            <a:extLst>
              <a:ext uri="{FF2B5EF4-FFF2-40B4-BE49-F238E27FC236}">
                <a16:creationId xmlns:a16="http://schemas.microsoft.com/office/drawing/2014/main" id="{09F1257F-A86F-48F4-BFFA-9BFB4355ED20}"/>
              </a:ext>
              <a:ext uri="{C183D7F6-B498-43B3-948B-1728B52AA6E4}">
                <adec:decorative xmlns:adec="http://schemas.microsoft.com/office/drawing/2017/decorative" val="1"/>
              </a:ext>
            </a:extLst>
          </p:cNvPr>
          <p:cNvCxnSpPr>
            <a:cxnSpLocks/>
          </p:cNvCxnSpPr>
          <p:nvPr userDrawn="1"/>
        </p:nvCxnSpPr>
        <p:spPr>
          <a:xfrm rot="5400000">
            <a:off x="7334351" y="757238"/>
            <a:ext cx="0" cy="49039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FFD01FCA-DF30-466C-9EAE-B0A13CF25D3B}"/>
              </a:ext>
              <a:ext uri="{C183D7F6-B498-43B3-948B-1728B52AA6E4}">
                <adec:decorative xmlns:adec="http://schemas.microsoft.com/office/drawing/2017/decorative" val="1"/>
              </a:ext>
            </a:extLst>
          </p:cNvPr>
          <p:cNvSpPr/>
          <p:nvPr userDrawn="1"/>
        </p:nvSpPr>
        <p:spPr>
          <a:xfrm>
            <a:off x="5831167" y="4486275"/>
            <a:ext cx="622236" cy="622236"/>
          </a:xfrm>
          <a:prstGeom prst="rect">
            <a:avLst/>
          </a:prstGeom>
          <a:noFill/>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3" name="矩形 22">
            <a:extLst>
              <a:ext uri="{FF2B5EF4-FFF2-40B4-BE49-F238E27FC236}">
                <a16:creationId xmlns:a16="http://schemas.microsoft.com/office/drawing/2014/main" id="{56F9F0CF-5966-47C2-9A41-0CD85E85D264}"/>
              </a:ext>
              <a:ext uri="{C183D7F6-B498-43B3-948B-1728B52AA6E4}">
                <adec:decorative xmlns:adec="http://schemas.microsoft.com/office/drawing/2017/decorative" val="1"/>
              </a:ext>
            </a:extLst>
          </p:cNvPr>
          <p:cNvSpPr/>
          <p:nvPr userDrawn="1"/>
        </p:nvSpPr>
        <p:spPr>
          <a:xfrm>
            <a:off x="4564642" y="4047275"/>
            <a:ext cx="622236" cy="622236"/>
          </a:xfrm>
          <a:prstGeom prst="rect">
            <a:avLst/>
          </a:prstGeom>
          <a:no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5" name="矩形 24">
            <a:extLst>
              <a:ext uri="{FF2B5EF4-FFF2-40B4-BE49-F238E27FC236}">
                <a16:creationId xmlns:a16="http://schemas.microsoft.com/office/drawing/2014/main" id="{92EFF630-FDAA-46A7-8CEE-21CAB6BC2507}"/>
              </a:ext>
              <a:ext uri="{C183D7F6-B498-43B3-948B-1728B52AA6E4}">
                <adec:decorative xmlns:adec="http://schemas.microsoft.com/office/drawing/2017/decorative" val="1"/>
              </a:ext>
            </a:extLst>
          </p:cNvPr>
          <p:cNvSpPr/>
          <p:nvPr userDrawn="1"/>
        </p:nvSpPr>
        <p:spPr>
          <a:xfrm>
            <a:off x="6229331" y="2163148"/>
            <a:ext cx="622236" cy="622236"/>
          </a:xfrm>
          <a:prstGeom prst="rect">
            <a:avLst/>
          </a:prstGeom>
          <a:noFill/>
          <a:ln w="285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7" name="矩形 26">
            <a:extLst>
              <a:ext uri="{FF2B5EF4-FFF2-40B4-BE49-F238E27FC236}">
                <a16:creationId xmlns:a16="http://schemas.microsoft.com/office/drawing/2014/main" id="{2383BA8C-6DBE-4569-B07B-9FB55F80D616}"/>
              </a:ext>
              <a:ext uri="{C183D7F6-B498-43B3-948B-1728B52AA6E4}">
                <adec:decorative xmlns:adec="http://schemas.microsoft.com/office/drawing/2017/decorative" val="1"/>
              </a:ext>
            </a:extLst>
          </p:cNvPr>
          <p:cNvSpPr/>
          <p:nvPr userDrawn="1"/>
        </p:nvSpPr>
        <p:spPr>
          <a:xfrm>
            <a:off x="7859108" y="3573553"/>
            <a:ext cx="622236" cy="622236"/>
          </a:xfrm>
          <a:prstGeom prst="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9" name="矩形 28">
            <a:extLst>
              <a:ext uri="{FF2B5EF4-FFF2-40B4-BE49-F238E27FC236}">
                <a16:creationId xmlns:a16="http://schemas.microsoft.com/office/drawing/2014/main" id="{1108DE16-ABA8-4BC8-93C4-F8A521C8A509}"/>
              </a:ext>
              <a:ext uri="{C183D7F6-B498-43B3-948B-1728B52AA6E4}">
                <adec:decorative xmlns:adec="http://schemas.microsoft.com/office/drawing/2017/decorative" val="1"/>
              </a:ext>
            </a:extLst>
          </p:cNvPr>
          <p:cNvSpPr/>
          <p:nvPr userDrawn="1"/>
        </p:nvSpPr>
        <p:spPr>
          <a:xfrm>
            <a:off x="9795826" y="4201049"/>
            <a:ext cx="622236" cy="622236"/>
          </a:xfrm>
          <a:prstGeom prst="rect">
            <a:avLst/>
          </a:pr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31" name="矩形 30">
            <a:extLst>
              <a:ext uri="{FF2B5EF4-FFF2-40B4-BE49-F238E27FC236}">
                <a16:creationId xmlns:a16="http://schemas.microsoft.com/office/drawing/2014/main" id="{E93C062E-DD5E-49BC-A10D-F70C1931F00A}"/>
              </a:ext>
              <a:ext uri="{C183D7F6-B498-43B3-948B-1728B52AA6E4}">
                <adec:decorative xmlns:adec="http://schemas.microsoft.com/office/drawing/2017/decorative" val="1"/>
              </a:ext>
            </a:extLst>
          </p:cNvPr>
          <p:cNvSpPr/>
          <p:nvPr userDrawn="1"/>
        </p:nvSpPr>
        <p:spPr>
          <a:xfrm>
            <a:off x="7962756" y="1603981"/>
            <a:ext cx="2057805" cy="767123"/>
          </a:xfrm>
          <a:prstGeom prst="rect">
            <a:avLst/>
          </a:prstGeom>
          <a:no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B1799781-E0A0-4C4E-A069-37290BED8FE5}"/>
              </a:ext>
            </a:extLst>
          </p:cNvPr>
          <p:cNvSpPr>
            <a:spLocks noGrp="1"/>
          </p:cNvSpPr>
          <p:nvPr>
            <p:ph type="title" hasCustomPrompt="1"/>
          </p:nvPr>
        </p:nvSpPr>
        <p:spPr>
          <a:xfrm>
            <a:off x="740427" y="571145"/>
            <a:ext cx="5355570" cy="438144"/>
          </a:xfrm>
          <a:prstGeom prst="rect">
            <a:avLst/>
          </a:prstGeom>
        </p:spPr>
        <p:txBody>
          <a:bodyPr rtlCol="0"/>
          <a:lstStyle>
            <a:lvl1pP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38" name="文字版面配置區 10">
            <a:extLst>
              <a:ext uri="{FF2B5EF4-FFF2-40B4-BE49-F238E27FC236}">
                <a16:creationId xmlns:a16="http://schemas.microsoft.com/office/drawing/2014/main" id="{5D896357-F0C4-4728-BE54-A809E6E3100F}"/>
              </a:ext>
            </a:extLst>
          </p:cNvPr>
          <p:cNvSpPr>
            <a:spLocks noGrp="1"/>
          </p:cNvSpPr>
          <p:nvPr>
            <p:ph type="body" sz="quarter" idx="16" hasCustomPrompt="1"/>
          </p:nvPr>
        </p:nvSpPr>
        <p:spPr>
          <a:xfrm>
            <a:off x="6463262" y="311795"/>
            <a:ext cx="1706966" cy="426393"/>
          </a:xfrm>
          <a:prstGeom prst="rect">
            <a:avLst/>
          </a:prstGeom>
        </p:spPr>
        <p:txBody>
          <a:bodyPr rtlCol="0" anchor="b"/>
          <a:lstStyle>
            <a:lvl1pPr marL="0" indent="0" algn="ctr">
              <a:buNone/>
              <a:defRPr sz="1400" cap="all" spc="100" baseline="0">
                <a:solidFill>
                  <a:schemeClr val="bg1">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42" name="文字版面配置區 10">
            <a:extLst>
              <a:ext uri="{FF2B5EF4-FFF2-40B4-BE49-F238E27FC236}">
                <a16:creationId xmlns:a16="http://schemas.microsoft.com/office/drawing/2014/main" id="{CB13D4EF-593A-4D3C-9712-515EE5A358AC}"/>
              </a:ext>
            </a:extLst>
          </p:cNvPr>
          <p:cNvSpPr>
            <a:spLocks noGrp="1"/>
          </p:cNvSpPr>
          <p:nvPr>
            <p:ph type="body" sz="quarter" idx="20" hasCustomPrompt="1"/>
          </p:nvPr>
        </p:nvSpPr>
        <p:spPr>
          <a:xfrm>
            <a:off x="8026762" y="1774346"/>
            <a:ext cx="1929792" cy="426393"/>
          </a:xfrm>
          <a:prstGeom prst="rect">
            <a:avLst/>
          </a:prstGeom>
        </p:spPr>
        <p:txBody>
          <a:bodyPr rtlCol="0" anchor="ctr"/>
          <a:lstStyle>
            <a:lvl1pPr marL="0" indent="0" algn="ctr">
              <a:lnSpc>
                <a:spcPct val="80000"/>
              </a:lnSpc>
              <a:spcBef>
                <a:spcPts val="0"/>
              </a:spcBef>
              <a:buNone/>
              <a:defRPr sz="2000" cap="all" spc="100" baseline="0">
                <a:solidFill>
                  <a:schemeClr val="accent6">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47" name="文字版面配置區 10">
            <a:extLst>
              <a:ext uri="{FF2B5EF4-FFF2-40B4-BE49-F238E27FC236}">
                <a16:creationId xmlns:a16="http://schemas.microsoft.com/office/drawing/2014/main" id="{449D2BE7-8177-406D-94BB-001D561B5A89}"/>
              </a:ext>
            </a:extLst>
          </p:cNvPr>
          <p:cNvSpPr>
            <a:spLocks noGrp="1"/>
          </p:cNvSpPr>
          <p:nvPr>
            <p:ph type="body" sz="quarter" idx="25" hasCustomPrompt="1"/>
          </p:nvPr>
        </p:nvSpPr>
        <p:spPr>
          <a:xfrm>
            <a:off x="6083673" y="2261070"/>
            <a:ext cx="913553" cy="426393"/>
          </a:xfrm>
          <a:prstGeom prst="rect">
            <a:avLst/>
          </a:prstGeom>
        </p:spPr>
        <p:txBody>
          <a:bodyPr rtlCol="0" anchor="ctr"/>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姓名</a:t>
            </a:r>
          </a:p>
        </p:txBody>
      </p:sp>
      <p:sp>
        <p:nvSpPr>
          <p:cNvPr id="40" name="文字版面配置區 10">
            <a:extLst>
              <a:ext uri="{FF2B5EF4-FFF2-40B4-BE49-F238E27FC236}">
                <a16:creationId xmlns:a16="http://schemas.microsoft.com/office/drawing/2014/main" id="{FD164278-C8C4-4514-8B3E-9505CB674743}"/>
              </a:ext>
            </a:extLst>
          </p:cNvPr>
          <p:cNvSpPr>
            <a:spLocks noGrp="1"/>
          </p:cNvSpPr>
          <p:nvPr>
            <p:ph type="body" sz="quarter" idx="18" hasCustomPrompt="1"/>
          </p:nvPr>
        </p:nvSpPr>
        <p:spPr>
          <a:xfrm>
            <a:off x="3149242" y="3061800"/>
            <a:ext cx="1706966" cy="426393"/>
          </a:xfrm>
          <a:prstGeom prst="rect">
            <a:avLst/>
          </a:prstGeom>
        </p:spPr>
        <p:txBody>
          <a:bodyPr rtlCol="0" anchor="t"/>
          <a:lstStyle>
            <a:lvl1pPr marL="0" indent="0" algn="r">
              <a:buNone/>
              <a:defRPr sz="1400" cap="all" spc="100" baseline="0">
                <a:solidFill>
                  <a:schemeClr val="bg1">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41" name="文字版面配置區 10">
            <a:extLst>
              <a:ext uri="{FF2B5EF4-FFF2-40B4-BE49-F238E27FC236}">
                <a16:creationId xmlns:a16="http://schemas.microsoft.com/office/drawing/2014/main" id="{45FF02C4-FA25-4AE4-B4EF-D106CDD0FEB4}"/>
              </a:ext>
            </a:extLst>
          </p:cNvPr>
          <p:cNvSpPr>
            <a:spLocks noGrp="1"/>
          </p:cNvSpPr>
          <p:nvPr>
            <p:ph type="body" sz="quarter" idx="19" hasCustomPrompt="1"/>
          </p:nvPr>
        </p:nvSpPr>
        <p:spPr>
          <a:xfrm>
            <a:off x="9795826" y="3061800"/>
            <a:ext cx="1706966" cy="426393"/>
          </a:xfrm>
          <a:prstGeom prst="rect">
            <a:avLst/>
          </a:prstGeom>
        </p:spPr>
        <p:txBody>
          <a:bodyPr rtlCol="0" anchor="t"/>
          <a:lstStyle>
            <a:lvl1pPr marL="0" indent="0" algn="l">
              <a:buNone/>
              <a:defRPr sz="1400" cap="all" spc="100" baseline="0">
                <a:solidFill>
                  <a:schemeClr val="bg1">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45" name="文字版面配置區 10">
            <a:extLst>
              <a:ext uri="{FF2B5EF4-FFF2-40B4-BE49-F238E27FC236}">
                <a16:creationId xmlns:a16="http://schemas.microsoft.com/office/drawing/2014/main" id="{2EA0BE42-73C1-43D0-9520-94265CBEE415}"/>
              </a:ext>
            </a:extLst>
          </p:cNvPr>
          <p:cNvSpPr>
            <a:spLocks noGrp="1"/>
          </p:cNvSpPr>
          <p:nvPr>
            <p:ph type="body" sz="quarter" idx="23" hasCustomPrompt="1"/>
          </p:nvPr>
        </p:nvSpPr>
        <p:spPr>
          <a:xfrm>
            <a:off x="7713450" y="3671475"/>
            <a:ext cx="913553" cy="426393"/>
          </a:xfrm>
          <a:prstGeom prst="rect">
            <a:avLst/>
          </a:prstGeom>
        </p:spPr>
        <p:txBody>
          <a:bodyPr rtlCol="0" anchor="ctr"/>
          <a:lstStyle>
            <a:lvl1pPr marL="0" indent="0" algn="ctr">
              <a:buNone/>
              <a:defRPr sz="160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姓名</a:t>
            </a:r>
          </a:p>
        </p:txBody>
      </p:sp>
      <p:sp>
        <p:nvSpPr>
          <p:cNvPr id="43" name="文字版面配置區 10">
            <a:extLst>
              <a:ext uri="{FF2B5EF4-FFF2-40B4-BE49-F238E27FC236}">
                <a16:creationId xmlns:a16="http://schemas.microsoft.com/office/drawing/2014/main" id="{4E23821A-CE37-4CA8-82BC-5731CBD7BC63}"/>
              </a:ext>
            </a:extLst>
          </p:cNvPr>
          <p:cNvSpPr>
            <a:spLocks noGrp="1"/>
          </p:cNvSpPr>
          <p:nvPr>
            <p:ph type="body" sz="quarter" idx="21" hasCustomPrompt="1"/>
          </p:nvPr>
        </p:nvSpPr>
        <p:spPr>
          <a:xfrm>
            <a:off x="4418984" y="4145197"/>
            <a:ext cx="913553" cy="426393"/>
          </a:xfrm>
          <a:prstGeom prst="rect">
            <a:avLst/>
          </a:prstGeom>
        </p:spPr>
        <p:txBody>
          <a:bodyPr rtlCol="0" anchor="ctr"/>
          <a:lstStyle>
            <a:lvl1pPr marL="0" indent="0" algn="ctr">
              <a:buNone/>
              <a:defRPr sz="1600" cap="all" spc="100" baseline="0">
                <a:solidFill>
                  <a:schemeClr val="accent1">
                    <a:lumMod val="75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姓名</a:t>
            </a:r>
          </a:p>
        </p:txBody>
      </p:sp>
      <p:sp>
        <p:nvSpPr>
          <p:cNvPr id="44" name="文字版面配置區 10">
            <a:extLst>
              <a:ext uri="{FF2B5EF4-FFF2-40B4-BE49-F238E27FC236}">
                <a16:creationId xmlns:a16="http://schemas.microsoft.com/office/drawing/2014/main" id="{83ED92E9-F268-4C1E-9440-F605C9EBD510}"/>
              </a:ext>
            </a:extLst>
          </p:cNvPr>
          <p:cNvSpPr>
            <a:spLocks noGrp="1"/>
          </p:cNvSpPr>
          <p:nvPr>
            <p:ph type="body" sz="quarter" idx="22" hasCustomPrompt="1"/>
          </p:nvPr>
        </p:nvSpPr>
        <p:spPr>
          <a:xfrm>
            <a:off x="5685509" y="4584197"/>
            <a:ext cx="913553" cy="426393"/>
          </a:xfrm>
          <a:prstGeom prst="rect">
            <a:avLst/>
          </a:prstGeom>
        </p:spPr>
        <p:txBody>
          <a:bodyPr rtlCol="0" anchor="ctr"/>
          <a:lstStyle>
            <a:lvl1pPr marL="0" indent="0" algn="ctr">
              <a:buNone/>
              <a:defRPr sz="1600" cap="all" spc="100" baseline="0">
                <a:solidFill>
                  <a:schemeClr val="accent1">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姓名</a:t>
            </a:r>
          </a:p>
        </p:txBody>
      </p:sp>
      <p:sp>
        <p:nvSpPr>
          <p:cNvPr id="46" name="文字版面配置區 10">
            <a:extLst>
              <a:ext uri="{FF2B5EF4-FFF2-40B4-BE49-F238E27FC236}">
                <a16:creationId xmlns:a16="http://schemas.microsoft.com/office/drawing/2014/main" id="{B29F508B-CAFE-4871-8267-E5406A4D6C46}"/>
              </a:ext>
            </a:extLst>
          </p:cNvPr>
          <p:cNvSpPr>
            <a:spLocks noGrp="1"/>
          </p:cNvSpPr>
          <p:nvPr>
            <p:ph type="body" sz="quarter" idx="24" hasCustomPrompt="1"/>
          </p:nvPr>
        </p:nvSpPr>
        <p:spPr>
          <a:xfrm>
            <a:off x="9650168" y="4298971"/>
            <a:ext cx="913553" cy="426393"/>
          </a:xfrm>
          <a:prstGeom prst="rect">
            <a:avLst/>
          </a:prstGeom>
        </p:spPr>
        <p:txBody>
          <a:bodyPr rtlCol="0" anchor="ctr"/>
          <a:lstStyle>
            <a:lvl1pPr marL="0" indent="0" algn="ctr">
              <a:buNone/>
              <a:defRPr sz="1600" cap="all" spc="100" baseline="0">
                <a:solidFill>
                  <a:schemeClr val="bg2">
                    <a:lumMod val="75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姓名</a:t>
            </a:r>
          </a:p>
        </p:txBody>
      </p:sp>
      <p:sp>
        <p:nvSpPr>
          <p:cNvPr id="39" name="文字版面配置區 10">
            <a:extLst>
              <a:ext uri="{FF2B5EF4-FFF2-40B4-BE49-F238E27FC236}">
                <a16:creationId xmlns:a16="http://schemas.microsoft.com/office/drawing/2014/main" id="{C40D7D1C-3379-42CE-B3D7-A585CDECBD11}"/>
              </a:ext>
            </a:extLst>
          </p:cNvPr>
          <p:cNvSpPr>
            <a:spLocks noGrp="1"/>
          </p:cNvSpPr>
          <p:nvPr>
            <p:ph type="body" sz="quarter" idx="17" hasCustomPrompt="1"/>
          </p:nvPr>
        </p:nvSpPr>
        <p:spPr>
          <a:xfrm>
            <a:off x="6463261" y="5683895"/>
            <a:ext cx="1706966" cy="426393"/>
          </a:xfrm>
          <a:prstGeom prst="rect">
            <a:avLst/>
          </a:prstGeom>
        </p:spPr>
        <p:txBody>
          <a:bodyPr rtlCol="0" anchor="t"/>
          <a:lstStyle>
            <a:lvl1pPr marL="0" indent="0" algn="ctr">
              <a:buNone/>
              <a:defRPr sz="1400" cap="all" spc="100" baseline="0">
                <a:solidFill>
                  <a:schemeClr val="bg1">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3" name="日期版面配置區 2">
            <a:extLst>
              <a:ext uri="{FF2B5EF4-FFF2-40B4-BE49-F238E27FC236}">
                <a16:creationId xmlns:a16="http://schemas.microsoft.com/office/drawing/2014/main" id="{35129BD8-DBDF-484C-89DD-80EDD7B827E7}"/>
              </a:ext>
            </a:extLst>
          </p:cNvPr>
          <p:cNvSpPr>
            <a:spLocks noGrp="1"/>
          </p:cNvSpPr>
          <p:nvPr>
            <p:ph type="dt" sz="half" idx="10"/>
          </p:nvPr>
        </p:nvSpPr>
        <p:spPr>
          <a:xfrm>
            <a:off x="838200" y="6356350"/>
            <a:ext cx="27432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8CF621E8-9FBF-4DC8-AA1D-234C0A47D713}"/>
              </a:ext>
            </a:extLst>
          </p:cNvPr>
          <p:cNvSpPr>
            <a:spLocks noGrp="1"/>
          </p:cNvSpPr>
          <p:nvPr>
            <p:ph type="ftr" sz="quarter" idx="11"/>
          </p:nvPr>
        </p:nvSpPr>
        <p:spPr>
          <a:xfrm>
            <a:off x="4038600" y="6356350"/>
            <a:ext cx="41148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1C1D5819-A04D-4AB0-A144-E7BBA3400317}"/>
              </a:ext>
            </a:extLst>
          </p:cNvPr>
          <p:cNvSpPr>
            <a:spLocks noGrp="1"/>
          </p:cNvSpPr>
          <p:nvPr>
            <p:ph type="sldNum" sz="quarter" idx="12"/>
          </p:nvPr>
        </p:nvSpPr>
        <p:spPr>
          <a:xfrm>
            <a:off x="8610600" y="6356350"/>
            <a:ext cx="27432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3160847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成長策略">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8B3D21-9143-4E6D-87CD-82F00F7DC6FA}"/>
              </a:ext>
            </a:extLst>
          </p:cNvPr>
          <p:cNvSpPr>
            <a:spLocks noGrp="1"/>
          </p:cNvSpPr>
          <p:nvPr>
            <p:ph type="title" hasCustomPrompt="1"/>
          </p:nvPr>
        </p:nvSpPr>
        <p:spPr>
          <a:xfrm>
            <a:off x="827314" y="627486"/>
            <a:ext cx="5268686" cy="568896"/>
          </a:xfrm>
          <a:prstGeom prst="rect">
            <a:avLst/>
          </a:prstGeom>
        </p:spPr>
        <p:txBody>
          <a:bodyPr rtlCol="0" anchor="ctr"/>
          <a:lstStyle>
            <a:lvl1pP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1" name="文字版面配置區 10">
            <a:extLst>
              <a:ext uri="{FF2B5EF4-FFF2-40B4-BE49-F238E27FC236}">
                <a16:creationId xmlns:a16="http://schemas.microsoft.com/office/drawing/2014/main" id="{235C24E7-D67D-40AA-B6B1-AE47659E18EC}"/>
              </a:ext>
            </a:extLst>
          </p:cNvPr>
          <p:cNvSpPr>
            <a:spLocks noGrp="1"/>
          </p:cNvSpPr>
          <p:nvPr>
            <p:ph type="body" sz="quarter" idx="33" hasCustomPrompt="1"/>
          </p:nvPr>
        </p:nvSpPr>
        <p:spPr>
          <a:xfrm>
            <a:off x="820438" y="1011439"/>
            <a:ext cx="4989233" cy="568896"/>
          </a:xfrm>
          <a:prstGeom prst="rect">
            <a:avLst/>
          </a:prstGeom>
        </p:spPr>
        <p:txBody>
          <a:bodyPr rtlCol="0" anchor="ctr"/>
          <a:lstStyle>
            <a:lvl1pPr marL="0" indent="0" algn="l">
              <a:buNone/>
              <a:defRPr sz="2000" cap="none" spc="100" baseline="0">
                <a:solidFill>
                  <a:schemeClr val="accent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按一下以新增標題</a:t>
            </a:r>
          </a:p>
        </p:txBody>
      </p:sp>
      <p:sp>
        <p:nvSpPr>
          <p:cNvPr id="19" name="文字版面配置區 14">
            <a:extLst>
              <a:ext uri="{FF2B5EF4-FFF2-40B4-BE49-F238E27FC236}">
                <a16:creationId xmlns:a16="http://schemas.microsoft.com/office/drawing/2014/main" id="{A756E9B8-BA57-4251-A0E6-DDADC29D95B9}"/>
              </a:ext>
            </a:extLst>
          </p:cNvPr>
          <p:cNvSpPr>
            <a:spLocks noGrp="1"/>
          </p:cNvSpPr>
          <p:nvPr>
            <p:ph type="body" sz="quarter" idx="26" hasCustomPrompt="1"/>
          </p:nvPr>
        </p:nvSpPr>
        <p:spPr>
          <a:xfrm>
            <a:off x="920666" y="2044485"/>
            <a:ext cx="1584471"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2000" cap="all" spc="2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20" name="文字版面配置區 14">
            <a:extLst>
              <a:ext uri="{FF2B5EF4-FFF2-40B4-BE49-F238E27FC236}">
                <a16:creationId xmlns:a16="http://schemas.microsoft.com/office/drawing/2014/main" id="{C0B962B5-0EC7-48EC-A687-C206A69C56D6}"/>
              </a:ext>
            </a:extLst>
          </p:cNvPr>
          <p:cNvSpPr>
            <a:spLocks noGrp="1"/>
          </p:cNvSpPr>
          <p:nvPr>
            <p:ph type="body" sz="quarter" idx="13" hasCustomPrompt="1"/>
          </p:nvPr>
        </p:nvSpPr>
        <p:spPr>
          <a:xfrm>
            <a:off x="2727695" y="2044485"/>
            <a:ext cx="3081975" cy="1121230"/>
          </a:xfrm>
          <a:prstGeom prst="rect">
            <a:avLst/>
          </a:prstGeom>
        </p:spPr>
        <p:txBody>
          <a:bodyPr rtlCol="0" anchor="ctr"/>
          <a:lstStyle>
            <a:lvl1pPr marL="0" indent="0" algn="l">
              <a:lnSpc>
                <a:spcPct val="100000"/>
              </a:lnSpc>
              <a:spcBef>
                <a:spcPts val="0"/>
              </a:spcBef>
              <a:buNone/>
              <a:defRPr sz="1600" cap="none" spc="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2" name="文字版面配置區 14">
            <a:extLst>
              <a:ext uri="{FF2B5EF4-FFF2-40B4-BE49-F238E27FC236}">
                <a16:creationId xmlns:a16="http://schemas.microsoft.com/office/drawing/2014/main" id="{1314A100-8075-4D1D-995C-34F5838D58F2}"/>
              </a:ext>
            </a:extLst>
          </p:cNvPr>
          <p:cNvSpPr>
            <a:spLocks noGrp="1"/>
          </p:cNvSpPr>
          <p:nvPr>
            <p:ph type="body" sz="quarter" idx="34" hasCustomPrompt="1"/>
          </p:nvPr>
        </p:nvSpPr>
        <p:spPr>
          <a:xfrm>
            <a:off x="920666" y="3428263"/>
            <a:ext cx="1584471"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2000" cap="all" spc="2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23" name="文字版面配置區 14">
            <a:extLst>
              <a:ext uri="{FF2B5EF4-FFF2-40B4-BE49-F238E27FC236}">
                <a16:creationId xmlns:a16="http://schemas.microsoft.com/office/drawing/2014/main" id="{9C946523-4B92-4003-B43C-B01D972454F4}"/>
              </a:ext>
            </a:extLst>
          </p:cNvPr>
          <p:cNvSpPr>
            <a:spLocks noGrp="1"/>
          </p:cNvSpPr>
          <p:nvPr>
            <p:ph type="body" sz="quarter" idx="35" hasCustomPrompt="1"/>
          </p:nvPr>
        </p:nvSpPr>
        <p:spPr>
          <a:xfrm>
            <a:off x="2727695" y="3428263"/>
            <a:ext cx="3081975" cy="1121230"/>
          </a:xfrm>
          <a:prstGeom prst="rect">
            <a:avLst/>
          </a:prstGeom>
        </p:spPr>
        <p:txBody>
          <a:bodyPr rtlCol="0" anchor="ctr"/>
          <a:lstStyle>
            <a:lvl1pPr marL="0" indent="0" algn="l">
              <a:lnSpc>
                <a:spcPct val="100000"/>
              </a:lnSpc>
              <a:spcBef>
                <a:spcPts val="0"/>
              </a:spcBef>
              <a:buNone/>
              <a:defRPr sz="1600" cap="none" spc="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5" name="文字版面配置區 14">
            <a:extLst>
              <a:ext uri="{FF2B5EF4-FFF2-40B4-BE49-F238E27FC236}">
                <a16:creationId xmlns:a16="http://schemas.microsoft.com/office/drawing/2014/main" id="{F9BEEAAD-CC7F-427D-BCFF-1BBA5023ABE6}"/>
              </a:ext>
            </a:extLst>
          </p:cNvPr>
          <p:cNvSpPr>
            <a:spLocks noGrp="1"/>
          </p:cNvSpPr>
          <p:nvPr>
            <p:ph type="body" sz="quarter" idx="36" hasCustomPrompt="1"/>
          </p:nvPr>
        </p:nvSpPr>
        <p:spPr>
          <a:xfrm>
            <a:off x="920666" y="4812041"/>
            <a:ext cx="1584471" cy="1121230"/>
          </a:xfrm>
          <a:prstGeom prst="rect">
            <a:avLst/>
          </a:prstGeom>
          <a:ln w="28575">
            <a:solidFill>
              <a:schemeClr val="accent5">
                <a:lumMod val="50000"/>
              </a:schemeClr>
            </a:solidFill>
          </a:ln>
        </p:spPr>
        <p:txBody>
          <a:bodyPr lIns="182880" rIns="182880" rtlCol="0" anchor="ctr"/>
          <a:lstStyle>
            <a:lvl1pPr marL="0" indent="0" algn="ctr">
              <a:lnSpc>
                <a:spcPct val="100000"/>
              </a:lnSpc>
              <a:buNone/>
              <a:defRPr sz="2000" cap="all" spc="2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按一下以新增姓名</a:t>
            </a:r>
          </a:p>
        </p:txBody>
      </p:sp>
      <p:sp>
        <p:nvSpPr>
          <p:cNvPr id="26" name="文字版面配置區 14">
            <a:extLst>
              <a:ext uri="{FF2B5EF4-FFF2-40B4-BE49-F238E27FC236}">
                <a16:creationId xmlns:a16="http://schemas.microsoft.com/office/drawing/2014/main" id="{B6693A35-4411-4FE2-82FD-5D30D8D62AF3}"/>
              </a:ext>
            </a:extLst>
          </p:cNvPr>
          <p:cNvSpPr>
            <a:spLocks noGrp="1"/>
          </p:cNvSpPr>
          <p:nvPr>
            <p:ph type="body" sz="quarter" idx="37" hasCustomPrompt="1"/>
          </p:nvPr>
        </p:nvSpPr>
        <p:spPr>
          <a:xfrm>
            <a:off x="2727695" y="4812041"/>
            <a:ext cx="3081975" cy="1121230"/>
          </a:xfrm>
          <a:prstGeom prst="rect">
            <a:avLst/>
          </a:prstGeom>
        </p:spPr>
        <p:txBody>
          <a:bodyPr rtlCol="0" anchor="ctr"/>
          <a:lstStyle>
            <a:lvl1pPr marL="0" indent="0" algn="l">
              <a:lnSpc>
                <a:spcPct val="100000"/>
              </a:lnSpc>
              <a:spcBef>
                <a:spcPts val="0"/>
              </a:spcBef>
              <a:buNone/>
              <a:defRPr sz="1600" cap="none" spc="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7" name="日期版面配置區 3">
            <a:extLst>
              <a:ext uri="{FF2B5EF4-FFF2-40B4-BE49-F238E27FC236}">
                <a16:creationId xmlns:a16="http://schemas.microsoft.com/office/drawing/2014/main" id="{B658EBA7-4275-488A-B86F-67B70609FC99}"/>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2">
                    <a:lumMod val="50000"/>
                  </a:schemeClr>
                </a:solidFill>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27" name="頁尾版面配置區 4">
            <a:extLst>
              <a:ext uri="{FF2B5EF4-FFF2-40B4-BE49-F238E27FC236}">
                <a16:creationId xmlns:a16="http://schemas.microsoft.com/office/drawing/2014/main" id="{A59824DA-522A-4135-800A-60F504928B2D}"/>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7" name="圖片版面配置區 8">
            <a:extLst>
              <a:ext uri="{FF2B5EF4-FFF2-40B4-BE49-F238E27FC236}">
                <a16:creationId xmlns:a16="http://schemas.microsoft.com/office/drawing/2014/main" id="{93D3F372-68E2-486A-A105-748C2BB245A0}"/>
              </a:ext>
            </a:extLst>
          </p:cNvPr>
          <p:cNvSpPr>
            <a:spLocks noGrp="1"/>
          </p:cNvSpPr>
          <p:nvPr>
            <p:ph type="pic" sz="quarter" idx="14" hasCustomPrompt="1"/>
          </p:nvPr>
        </p:nvSpPr>
        <p:spPr>
          <a:xfrm>
            <a:off x="6683831" y="0"/>
            <a:ext cx="5508168"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28" name="投影片編號版面配置區 5">
            <a:extLst>
              <a:ext uri="{FF2B5EF4-FFF2-40B4-BE49-F238E27FC236}">
                <a16:creationId xmlns:a16="http://schemas.microsoft.com/office/drawing/2014/main" id="{8D667147-015B-4B04-886E-3451355DC70A}"/>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2371206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受歡迎程度">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B09C70A-0F34-4BEB-BABD-659A58DC489C}"/>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0" name="標題 9">
            <a:extLst>
              <a:ext uri="{FF2B5EF4-FFF2-40B4-BE49-F238E27FC236}">
                <a16:creationId xmlns:a16="http://schemas.microsoft.com/office/drawing/2014/main" id="{8F6663C8-5425-48D7-9E9D-F2B794222FA5}"/>
              </a:ext>
            </a:extLst>
          </p:cNvPr>
          <p:cNvSpPr>
            <a:spLocks noGrp="1"/>
          </p:cNvSpPr>
          <p:nvPr>
            <p:ph type="title" hasCustomPrompt="1"/>
          </p:nvPr>
        </p:nvSpPr>
        <p:spPr>
          <a:xfrm>
            <a:off x="4038600" y="599301"/>
            <a:ext cx="4114800" cy="607969"/>
          </a:xfrm>
          <a:prstGeom prst="rect">
            <a:avLst/>
          </a:prstGeom>
        </p:spPr>
        <p:txBody>
          <a:bodyPr rtlCol="0" anchor="ctr"/>
          <a:lstStyle>
            <a:lvl1pPr algn="ctr">
              <a:defRPr sz="2400" cap="all" spc="100" baseline="0">
                <a:solidFill>
                  <a:schemeClr val="tx2">
                    <a:lumMod val="7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34" name="文字版面配置區 10">
            <a:extLst>
              <a:ext uri="{FF2B5EF4-FFF2-40B4-BE49-F238E27FC236}">
                <a16:creationId xmlns:a16="http://schemas.microsoft.com/office/drawing/2014/main" id="{781F399C-8EA8-402F-B2A4-828B062584C2}"/>
              </a:ext>
            </a:extLst>
          </p:cNvPr>
          <p:cNvSpPr>
            <a:spLocks noGrp="1"/>
          </p:cNvSpPr>
          <p:nvPr>
            <p:ph type="body" sz="quarter" idx="33" hasCustomPrompt="1"/>
          </p:nvPr>
        </p:nvSpPr>
        <p:spPr>
          <a:xfrm>
            <a:off x="4362186" y="1011441"/>
            <a:ext cx="3467628" cy="568896"/>
          </a:xfrm>
          <a:prstGeom prst="rect">
            <a:avLst/>
          </a:prstGeom>
        </p:spPr>
        <p:txBody>
          <a:bodyPr rtlCol="0" anchor="ctr"/>
          <a:lstStyle>
            <a:lvl1pPr marL="0" indent="0" algn="ctr">
              <a:buNone/>
              <a:defRPr sz="2000" cap="none" spc="100" baseline="0">
                <a:solidFill>
                  <a:schemeClr val="tx2">
                    <a:lumMod val="75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按一下以新增標題</a:t>
            </a:r>
          </a:p>
        </p:txBody>
      </p:sp>
      <p:sp>
        <p:nvSpPr>
          <p:cNvPr id="35" name="文字版面配置區 10">
            <a:extLst>
              <a:ext uri="{FF2B5EF4-FFF2-40B4-BE49-F238E27FC236}">
                <a16:creationId xmlns:a16="http://schemas.microsoft.com/office/drawing/2014/main" id="{07DF62A2-2B04-4192-9858-1F4C30EFDA5B}"/>
              </a:ext>
            </a:extLst>
          </p:cNvPr>
          <p:cNvSpPr>
            <a:spLocks noGrp="1"/>
          </p:cNvSpPr>
          <p:nvPr>
            <p:ph type="body" sz="quarter" idx="34" hasCustomPrompt="1"/>
          </p:nvPr>
        </p:nvSpPr>
        <p:spPr>
          <a:xfrm>
            <a:off x="910838" y="2564313"/>
            <a:ext cx="4750631" cy="448769"/>
          </a:xfrm>
          <a:prstGeom prst="rect">
            <a:avLst/>
          </a:prstGeom>
        </p:spPr>
        <p:txBody>
          <a:bodyPr rtlCol="0"/>
          <a:lstStyle>
            <a:lvl1pPr marL="0" indent="0" algn="ctr">
              <a:buNone/>
              <a:defRPr sz="1800" cap="none" spc="2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按一下以新增標題</a:t>
            </a:r>
          </a:p>
        </p:txBody>
      </p:sp>
      <p:sp>
        <p:nvSpPr>
          <p:cNvPr id="11" name="文字版面配置區 10">
            <a:extLst>
              <a:ext uri="{FF2B5EF4-FFF2-40B4-BE49-F238E27FC236}">
                <a16:creationId xmlns:a16="http://schemas.microsoft.com/office/drawing/2014/main" id="{910CB016-EEF8-4992-8F92-8FE3375CEB06}"/>
              </a:ext>
            </a:extLst>
          </p:cNvPr>
          <p:cNvSpPr>
            <a:spLocks noGrp="1"/>
          </p:cNvSpPr>
          <p:nvPr>
            <p:ph type="body" sz="quarter" idx="25" hasCustomPrompt="1"/>
          </p:nvPr>
        </p:nvSpPr>
        <p:spPr>
          <a:xfrm>
            <a:off x="7739877" y="2564313"/>
            <a:ext cx="3532840" cy="448769"/>
          </a:xfrm>
          <a:prstGeom prst="rect">
            <a:avLst/>
          </a:prstGeom>
        </p:spPr>
        <p:txBody>
          <a:bodyPr rtlCol="0"/>
          <a:lstStyle>
            <a:lvl1pPr marL="0" indent="0" algn="ctr">
              <a:buNone/>
              <a:defRPr sz="1800" cap="none" spc="2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按一下以新增標題</a:t>
            </a:r>
          </a:p>
        </p:txBody>
      </p:sp>
      <p:sp>
        <p:nvSpPr>
          <p:cNvPr id="30" name="內容版面配置區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911225" y="3187700"/>
            <a:ext cx="4749800" cy="2771775"/>
          </a:xfrm>
          <a:prstGeom prst="rect">
            <a:avLst/>
          </a:prstGeom>
        </p:spPr>
        <p:txBody>
          <a:bodyPr rtlCol="0"/>
          <a:lstStyle>
            <a:lvl1pPr marL="0" indent="0">
              <a:buNone/>
              <a:defRPr sz="1400" cap="all" baseline="0">
                <a:latin typeface="Microsoft JhengHei UI" panose="020B0604030504040204" pitchFamily="34" charset="-120"/>
                <a:ea typeface="Microsoft JhengHei UI"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rtl="0"/>
            <a:r>
              <a:rPr lang="zh-TW" altLang="en-US" noProof="0"/>
              <a:t>按一下以新增內容</a:t>
            </a:r>
          </a:p>
        </p:txBody>
      </p:sp>
      <p:sp>
        <p:nvSpPr>
          <p:cNvPr id="37" name="內容版面配置區 29">
            <a:extLst>
              <a:ext uri="{FF2B5EF4-FFF2-40B4-BE49-F238E27FC236}">
                <a16:creationId xmlns:a16="http://schemas.microsoft.com/office/drawing/2014/main" id="{1958214F-5F3C-4FBF-9DBD-97579EF4CF49}"/>
              </a:ext>
            </a:extLst>
          </p:cNvPr>
          <p:cNvSpPr>
            <a:spLocks noGrp="1"/>
          </p:cNvSpPr>
          <p:nvPr>
            <p:ph sz="quarter" idx="36" hasCustomPrompt="1"/>
          </p:nvPr>
        </p:nvSpPr>
        <p:spPr>
          <a:xfrm>
            <a:off x="7028164" y="3107442"/>
            <a:ext cx="4252612" cy="2882900"/>
          </a:xfrm>
          <a:prstGeom prst="rect">
            <a:avLst/>
          </a:prstGeom>
        </p:spPr>
        <p:txBody>
          <a:bodyPr rtlCol="0"/>
          <a:lstStyle>
            <a:lvl1pPr marL="0" indent="0">
              <a:buNone/>
              <a:defRPr sz="1400" cap="all" baseline="0">
                <a:latin typeface="Microsoft JhengHei UI" panose="020B0604030504040204" pitchFamily="34" charset="-120"/>
                <a:ea typeface="Microsoft JhengHei UI"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rtl="0"/>
            <a:r>
              <a:rPr lang="zh-TW" altLang="en-US" noProof="0"/>
              <a:t>按一下以新增內容</a:t>
            </a:r>
          </a:p>
        </p:txBody>
      </p:sp>
      <p:sp>
        <p:nvSpPr>
          <p:cNvPr id="3" name="日期版面配置區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78116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兩年行動計畫">
    <p:spTree>
      <p:nvGrpSpPr>
        <p:cNvPr id="1" name=""/>
        <p:cNvGrpSpPr/>
        <p:nvPr/>
      </p:nvGrpSpPr>
      <p:grpSpPr>
        <a:xfrm>
          <a:off x="0" y="0"/>
          <a:ext cx="0" cy="0"/>
          <a:chOff x="0" y="0"/>
          <a:chExt cx="0" cy="0"/>
        </a:xfrm>
      </p:grpSpPr>
      <p:grpSp>
        <p:nvGrpSpPr>
          <p:cNvPr id="3" name="群組 2">
            <a:extLst>
              <a:ext uri="{FF2B5EF4-FFF2-40B4-BE49-F238E27FC236}">
                <a16:creationId xmlns:a16="http://schemas.microsoft.com/office/drawing/2014/main" id="{1A378E50-94EF-4230-91B3-4CDA4804D460}"/>
              </a:ext>
              <a:ext uri="{C183D7F6-B498-43B3-948B-1728B52AA6E4}">
                <adec:decorative xmlns:adec="http://schemas.microsoft.com/office/drawing/2017/decorative" val="1"/>
              </a:ext>
            </a:extLst>
          </p:cNvPr>
          <p:cNvGrpSpPr/>
          <p:nvPr userDrawn="1"/>
        </p:nvGrpSpPr>
        <p:grpSpPr>
          <a:xfrm>
            <a:off x="2749477" y="4411918"/>
            <a:ext cx="7895340" cy="344415"/>
            <a:chOff x="2749477" y="4411918"/>
            <a:chExt cx="7895340" cy="344415"/>
          </a:xfrm>
        </p:grpSpPr>
        <p:cxnSp>
          <p:nvCxnSpPr>
            <p:cNvPr id="102" name="直線接點​​(S) 101">
              <a:extLst>
                <a:ext uri="{FF2B5EF4-FFF2-40B4-BE49-F238E27FC236}">
                  <a16:creationId xmlns:a16="http://schemas.microsoft.com/office/drawing/2014/main" id="{3FDF687F-1594-4839-AA46-5DACB2E040FA}"/>
                </a:ext>
                <a:ext uri="{C183D7F6-B498-43B3-948B-1728B52AA6E4}">
                  <adec:decorative xmlns:adec="http://schemas.microsoft.com/office/drawing/2017/decorative" val="1"/>
                </a:ext>
              </a:extLst>
            </p:cNvPr>
            <p:cNvCxnSpPr>
              <a:cxnSpLocks/>
            </p:cNvCxnSpPr>
            <p:nvPr/>
          </p:nvCxnSpPr>
          <p:spPr>
            <a:xfrm flipH="1">
              <a:off x="2749477"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線接點​​(S) 102">
              <a:extLst>
                <a:ext uri="{FF2B5EF4-FFF2-40B4-BE49-F238E27FC236}">
                  <a16:creationId xmlns:a16="http://schemas.microsoft.com/office/drawing/2014/main" id="{EAD917A9-665D-46F4-8911-E2881838B6E6}"/>
                </a:ext>
                <a:ext uri="{C183D7F6-B498-43B3-948B-1728B52AA6E4}">
                  <adec:decorative xmlns:adec="http://schemas.microsoft.com/office/drawing/2017/decorative" val="1"/>
                </a:ext>
              </a:extLst>
            </p:cNvPr>
            <p:cNvCxnSpPr>
              <a:cxnSpLocks/>
            </p:cNvCxnSpPr>
            <p:nvPr/>
          </p:nvCxnSpPr>
          <p:spPr>
            <a:xfrm flipH="1">
              <a:off x="6699668"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直線接點​​(S) 103">
              <a:extLst>
                <a:ext uri="{FF2B5EF4-FFF2-40B4-BE49-F238E27FC236}">
                  <a16:creationId xmlns:a16="http://schemas.microsoft.com/office/drawing/2014/main" id="{37D52265-C77D-45A6-96A5-2656848A3117}"/>
                </a:ext>
                <a:ext uri="{C183D7F6-B498-43B3-948B-1728B52AA6E4}">
                  <adec:decorative xmlns:adec="http://schemas.microsoft.com/office/drawing/2017/decorative" val="1"/>
                </a:ext>
              </a:extLst>
            </p:cNvPr>
            <p:cNvCxnSpPr>
              <a:cxnSpLocks/>
            </p:cNvCxnSpPr>
            <p:nvPr/>
          </p:nvCxnSpPr>
          <p:spPr>
            <a:xfrm flipH="1">
              <a:off x="10643557" y="441191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 name="群組 1">
            <a:extLst>
              <a:ext uri="{FF2B5EF4-FFF2-40B4-BE49-F238E27FC236}">
                <a16:creationId xmlns:a16="http://schemas.microsoft.com/office/drawing/2014/main" id="{4075B284-B3F9-49E3-A5BC-FBFD2C706C3D}"/>
              </a:ext>
              <a:ext uri="{C183D7F6-B498-43B3-948B-1728B52AA6E4}">
                <adec:decorative xmlns:adec="http://schemas.microsoft.com/office/drawing/2017/decorative" val="1"/>
              </a:ext>
            </a:extLst>
          </p:cNvPr>
          <p:cNvGrpSpPr/>
          <p:nvPr userDrawn="1"/>
        </p:nvGrpSpPr>
        <p:grpSpPr>
          <a:xfrm>
            <a:off x="2750737" y="2675138"/>
            <a:ext cx="6313957" cy="344415"/>
            <a:chOff x="2750737" y="2675138"/>
            <a:chExt cx="6313957" cy="344415"/>
          </a:xfrm>
        </p:grpSpPr>
        <p:cxnSp>
          <p:nvCxnSpPr>
            <p:cNvPr id="148" name="直線接點​​(S) 147">
              <a:extLst>
                <a:ext uri="{FF2B5EF4-FFF2-40B4-BE49-F238E27FC236}">
                  <a16:creationId xmlns:a16="http://schemas.microsoft.com/office/drawing/2014/main" id="{1D75FFD8-965E-47C7-B05F-A941B5164AB4}"/>
                </a:ext>
                <a:ext uri="{C183D7F6-B498-43B3-948B-1728B52AA6E4}">
                  <adec:decorative xmlns:adec="http://schemas.microsoft.com/office/drawing/2017/decorative" val="1"/>
                </a:ext>
              </a:extLst>
            </p:cNvPr>
            <p:cNvCxnSpPr>
              <a:cxnSpLocks/>
            </p:cNvCxnSpPr>
            <p:nvPr userDrawn="1"/>
          </p:nvCxnSpPr>
          <p:spPr>
            <a:xfrm flipH="1">
              <a:off x="2750737"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直線接點​​(S) 149">
              <a:extLst>
                <a:ext uri="{FF2B5EF4-FFF2-40B4-BE49-F238E27FC236}">
                  <a16:creationId xmlns:a16="http://schemas.microsoft.com/office/drawing/2014/main" id="{ABDDFF1A-AABD-4DA5-9811-02C4149132AF}"/>
                </a:ext>
                <a:ext uri="{C183D7F6-B498-43B3-948B-1728B52AA6E4}">
                  <adec:decorative xmlns:adec="http://schemas.microsoft.com/office/drawing/2017/decorative" val="1"/>
                </a:ext>
              </a:extLst>
            </p:cNvPr>
            <p:cNvCxnSpPr>
              <a:cxnSpLocks/>
            </p:cNvCxnSpPr>
            <p:nvPr userDrawn="1"/>
          </p:nvCxnSpPr>
          <p:spPr>
            <a:xfrm flipH="1">
              <a:off x="5116887"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直線接點​​(S) 151">
              <a:extLst>
                <a:ext uri="{FF2B5EF4-FFF2-40B4-BE49-F238E27FC236}">
                  <a16:creationId xmlns:a16="http://schemas.microsoft.com/office/drawing/2014/main" id="{7862A0FB-DDED-42C5-B28D-D466080F4637}"/>
                </a:ext>
                <a:ext uri="{C183D7F6-B498-43B3-948B-1728B52AA6E4}">
                  <adec:decorative xmlns:adec="http://schemas.microsoft.com/office/drawing/2017/decorative" val="1"/>
                </a:ext>
              </a:extLst>
            </p:cNvPr>
            <p:cNvCxnSpPr>
              <a:cxnSpLocks/>
            </p:cNvCxnSpPr>
            <p:nvPr userDrawn="1"/>
          </p:nvCxnSpPr>
          <p:spPr>
            <a:xfrm flipH="1">
              <a:off x="9063434" y="2675138"/>
              <a:ext cx="1260" cy="344415"/>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 name="標題 3">
            <a:extLst>
              <a:ext uri="{FF2B5EF4-FFF2-40B4-BE49-F238E27FC236}">
                <a16:creationId xmlns:a16="http://schemas.microsoft.com/office/drawing/2014/main" id="{7CD073CE-AA33-40C2-9636-3F5C236050F4}"/>
              </a:ext>
            </a:extLst>
          </p:cNvPr>
          <p:cNvSpPr>
            <a:spLocks noGrp="1"/>
          </p:cNvSpPr>
          <p:nvPr>
            <p:ph type="title" hasCustomPrompt="1"/>
          </p:nvPr>
        </p:nvSpPr>
        <p:spPr>
          <a:xfrm>
            <a:off x="4292241" y="693422"/>
            <a:ext cx="3607518" cy="633402"/>
          </a:xfrm>
          <a:prstGeom prst="rect">
            <a:avLst/>
          </a:prstGeom>
          <a:ln w="28575">
            <a:solidFill>
              <a:schemeClr val="accent2"/>
            </a:solidFill>
          </a:ln>
        </p:spPr>
        <p:txBody>
          <a:bodyPr rtlCol="0" anchor="ctr"/>
          <a:lstStyle>
            <a:lvl1pPr algn="ctr">
              <a:defRPr sz="2400" cap="all" spc="100" baseline="0">
                <a:solidFill>
                  <a:schemeClr val="tx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58" name="文字版面配置區 14">
            <a:extLst>
              <a:ext uri="{FF2B5EF4-FFF2-40B4-BE49-F238E27FC236}">
                <a16:creationId xmlns:a16="http://schemas.microsoft.com/office/drawing/2014/main" id="{FC053B39-4BE6-44B3-8D93-ED230B1611A4}"/>
              </a:ext>
            </a:extLst>
          </p:cNvPr>
          <p:cNvSpPr>
            <a:spLocks noGrp="1"/>
          </p:cNvSpPr>
          <p:nvPr>
            <p:ph type="body" sz="quarter" idx="43" hasCustomPrompt="1"/>
          </p:nvPr>
        </p:nvSpPr>
        <p:spPr>
          <a:xfrm>
            <a:off x="2029367" y="2200550"/>
            <a:ext cx="1440088" cy="469597"/>
          </a:xfrm>
          <a:prstGeom prst="rect">
            <a:avLst/>
          </a:prstGeom>
        </p:spPr>
        <p:txBody>
          <a:bodyPr rtlCol="0" anchor="b"/>
          <a:lstStyle>
            <a:lvl1pPr marL="0" indent="0" algn="ctr">
              <a:lnSpc>
                <a:spcPct val="100000"/>
              </a:lnSpc>
              <a:spcBef>
                <a:spcPts val="0"/>
              </a:spcBef>
              <a:buNone/>
              <a:defRPr sz="14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59" name="文字版面配置區 14">
            <a:extLst>
              <a:ext uri="{FF2B5EF4-FFF2-40B4-BE49-F238E27FC236}">
                <a16:creationId xmlns:a16="http://schemas.microsoft.com/office/drawing/2014/main" id="{95F74BD3-C751-4644-9E0D-36D890A69E6E}"/>
              </a:ext>
            </a:extLst>
          </p:cNvPr>
          <p:cNvSpPr>
            <a:spLocks noGrp="1"/>
          </p:cNvSpPr>
          <p:nvPr>
            <p:ph type="body" sz="quarter" idx="44" hasCustomPrompt="1"/>
          </p:nvPr>
        </p:nvSpPr>
        <p:spPr>
          <a:xfrm>
            <a:off x="4397612" y="2200550"/>
            <a:ext cx="1440088" cy="469597"/>
          </a:xfrm>
          <a:prstGeom prst="rect">
            <a:avLst/>
          </a:prstGeom>
        </p:spPr>
        <p:txBody>
          <a:bodyPr rtlCol="0" anchor="b"/>
          <a:lstStyle>
            <a:lvl1pPr marL="0" indent="0" algn="ctr">
              <a:lnSpc>
                <a:spcPct val="100000"/>
              </a:lnSpc>
              <a:spcBef>
                <a:spcPts val="0"/>
              </a:spcBef>
              <a:buNone/>
              <a:defRPr sz="14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60" name="文字版面配置區 14">
            <a:extLst>
              <a:ext uri="{FF2B5EF4-FFF2-40B4-BE49-F238E27FC236}">
                <a16:creationId xmlns:a16="http://schemas.microsoft.com/office/drawing/2014/main" id="{3D5CF2BE-8C0B-408F-AEEB-45E3B588305D}"/>
              </a:ext>
            </a:extLst>
          </p:cNvPr>
          <p:cNvSpPr>
            <a:spLocks noGrp="1"/>
          </p:cNvSpPr>
          <p:nvPr>
            <p:ph type="body" sz="quarter" idx="45" hasCustomPrompt="1"/>
          </p:nvPr>
        </p:nvSpPr>
        <p:spPr>
          <a:xfrm>
            <a:off x="8344687" y="2200550"/>
            <a:ext cx="1440088" cy="469597"/>
          </a:xfrm>
          <a:prstGeom prst="rect">
            <a:avLst/>
          </a:prstGeom>
        </p:spPr>
        <p:txBody>
          <a:bodyPr rtlCol="0" anchor="b"/>
          <a:lstStyle>
            <a:lvl1pPr marL="0" indent="0" algn="ctr">
              <a:lnSpc>
                <a:spcPct val="100000"/>
              </a:lnSpc>
              <a:spcBef>
                <a:spcPts val="0"/>
              </a:spcBef>
              <a:buNone/>
              <a:defRPr sz="14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56" name="文字版面配置區 14">
            <a:extLst>
              <a:ext uri="{FF2B5EF4-FFF2-40B4-BE49-F238E27FC236}">
                <a16:creationId xmlns:a16="http://schemas.microsoft.com/office/drawing/2014/main" id="{4A07D9B0-4F06-4D69-B211-37FC634E5084}"/>
              </a:ext>
            </a:extLst>
          </p:cNvPr>
          <p:cNvSpPr>
            <a:spLocks noGrp="1"/>
          </p:cNvSpPr>
          <p:nvPr>
            <p:ph type="body" sz="quarter" idx="41" hasCustomPrompt="1"/>
          </p:nvPr>
        </p:nvSpPr>
        <p:spPr>
          <a:xfrm>
            <a:off x="696804" y="2739533"/>
            <a:ext cx="1021001" cy="501726"/>
          </a:xfrm>
          <a:prstGeom prst="rect">
            <a:avLst/>
          </a:prstGeom>
        </p:spPr>
        <p:txBody>
          <a:bodyPr rtlCol="0" anchor="ctr"/>
          <a:lstStyle>
            <a:lvl1pPr marL="0" indent="0" algn="ctr">
              <a:buNone/>
              <a:defRPr sz="20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新增年份</a:t>
            </a:r>
          </a:p>
        </p:txBody>
      </p:sp>
      <p:sp>
        <p:nvSpPr>
          <p:cNvPr id="20" name="文字版面配置區 14">
            <a:extLst>
              <a:ext uri="{FF2B5EF4-FFF2-40B4-BE49-F238E27FC236}">
                <a16:creationId xmlns:a16="http://schemas.microsoft.com/office/drawing/2014/main" id="{E36FDE7A-7F96-4A7E-AB4F-DBCEFD81C3BA}"/>
              </a:ext>
            </a:extLst>
          </p:cNvPr>
          <p:cNvSpPr>
            <a:spLocks noGrp="1"/>
          </p:cNvSpPr>
          <p:nvPr>
            <p:ph type="body" sz="quarter" idx="17" hasCustomPrompt="1"/>
          </p:nvPr>
        </p:nvSpPr>
        <p:spPr>
          <a:xfrm>
            <a:off x="1712346"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1" name="文字版面配置區 14">
            <a:extLst>
              <a:ext uri="{FF2B5EF4-FFF2-40B4-BE49-F238E27FC236}">
                <a16:creationId xmlns:a16="http://schemas.microsoft.com/office/drawing/2014/main" id="{C3C9C771-CEBA-46FF-9941-0F82E4028CC4}"/>
              </a:ext>
            </a:extLst>
          </p:cNvPr>
          <p:cNvSpPr>
            <a:spLocks noGrp="1"/>
          </p:cNvSpPr>
          <p:nvPr>
            <p:ph type="body" sz="quarter" idx="18" hasCustomPrompt="1"/>
          </p:nvPr>
        </p:nvSpPr>
        <p:spPr>
          <a:xfrm>
            <a:off x="2501761"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2" name="文字版面配置區 14">
            <a:extLst>
              <a:ext uri="{FF2B5EF4-FFF2-40B4-BE49-F238E27FC236}">
                <a16:creationId xmlns:a16="http://schemas.microsoft.com/office/drawing/2014/main" id="{945F6154-355B-4195-8155-1E8C079CDEE2}"/>
              </a:ext>
            </a:extLst>
          </p:cNvPr>
          <p:cNvSpPr>
            <a:spLocks noGrp="1"/>
          </p:cNvSpPr>
          <p:nvPr>
            <p:ph type="body" sz="quarter" idx="19" hasCustomPrompt="1"/>
          </p:nvPr>
        </p:nvSpPr>
        <p:spPr>
          <a:xfrm>
            <a:off x="3291176"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3" name="文字版面配置區 14">
            <a:extLst>
              <a:ext uri="{FF2B5EF4-FFF2-40B4-BE49-F238E27FC236}">
                <a16:creationId xmlns:a16="http://schemas.microsoft.com/office/drawing/2014/main" id="{B8E228D5-C0F1-4215-8880-B28856B6F77B}"/>
              </a:ext>
            </a:extLst>
          </p:cNvPr>
          <p:cNvSpPr>
            <a:spLocks noGrp="1"/>
          </p:cNvSpPr>
          <p:nvPr>
            <p:ph type="body" sz="quarter" idx="20" hasCustomPrompt="1"/>
          </p:nvPr>
        </p:nvSpPr>
        <p:spPr>
          <a:xfrm>
            <a:off x="4080591"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4" name="文字版面配置區 14">
            <a:extLst>
              <a:ext uri="{FF2B5EF4-FFF2-40B4-BE49-F238E27FC236}">
                <a16:creationId xmlns:a16="http://schemas.microsoft.com/office/drawing/2014/main" id="{5568E40A-0330-4C80-9F64-FB6C4B7CC11D}"/>
              </a:ext>
            </a:extLst>
          </p:cNvPr>
          <p:cNvSpPr>
            <a:spLocks noGrp="1"/>
          </p:cNvSpPr>
          <p:nvPr>
            <p:ph type="body" sz="quarter" idx="21" hasCustomPrompt="1"/>
          </p:nvPr>
        </p:nvSpPr>
        <p:spPr>
          <a:xfrm>
            <a:off x="4810807" y="3170170"/>
            <a:ext cx="61531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5" name="文字版面配置區 14">
            <a:extLst>
              <a:ext uri="{FF2B5EF4-FFF2-40B4-BE49-F238E27FC236}">
                <a16:creationId xmlns:a16="http://schemas.microsoft.com/office/drawing/2014/main" id="{EC8A3FD2-F6F6-40A0-89E1-7769CBB8D4BB}"/>
              </a:ext>
            </a:extLst>
          </p:cNvPr>
          <p:cNvSpPr>
            <a:spLocks noGrp="1"/>
          </p:cNvSpPr>
          <p:nvPr>
            <p:ph type="body" sz="quarter" idx="22" hasCustomPrompt="1"/>
          </p:nvPr>
        </p:nvSpPr>
        <p:spPr>
          <a:xfrm>
            <a:off x="5659421"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6" name="文字版面配置區 14">
            <a:extLst>
              <a:ext uri="{FF2B5EF4-FFF2-40B4-BE49-F238E27FC236}">
                <a16:creationId xmlns:a16="http://schemas.microsoft.com/office/drawing/2014/main" id="{A882D901-8E7C-431B-B6E9-14C8BD5B22C0}"/>
              </a:ext>
            </a:extLst>
          </p:cNvPr>
          <p:cNvSpPr>
            <a:spLocks noGrp="1"/>
          </p:cNvSpPr>
          <p:nvPr>
            <p:ph type="body" sz="quarter" idx="23" hasCustomPrompt="1"/>
          </p:nvPr>
        </p:nvSpPr>
        <p:spPr>
          <a:xfrm>
            <a:off x="6448836"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7" name="文字版面配置區 14">
            <a:extLst>
              <a:ext uri="{FF2B5EF4-FFF2-40B4-BE49-F238E27FC236}">
                <a16:creationId xmlns:a16="http://schemas.microsoft.com/office/drawing/2014/main" id="{2051E2EF-F729-4B79-8CD4-C0D60EE9AD08}"/>
              </a:ext>
            </a:extLst>
          </p:cNvPr>
          <p:cNvSpPr>
            <a:spLocks noGrp="1"/>
          </p:cNvSpPr>
          <p:nvPr>
            <p:ph type="body" sz="quarter" idx="24" hasCustomPrompt="1"/>
          </p:nvPr>
        </p:nvSpPr>
        <p:spPr>
          <a:xfrm>
            <a:off x="7238251"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8" name="文字版面配置區 14">
            <a:extLst>
              <a:ext uri="{FF2B5EF4-FFF2-40B4-BE49-F238E27FC236}">
                <a16:creationId xmlns:a16="http://schemas.microsoft.com/office/drawing/2014/main" id="{A8A6BF26-67C7-4AFD-82B4-5F8831E6276B}"/>
              </a:ext>
            </a:extLst>
          </p:cNvPr>
          <p:cNvSpPr>
            <a:spLocks noGrp="1"/>
          </p:cNvSpPr>
          <p:nvPr>
            <p:ph type="body" sz="quarter" idx="25" hasCustomPrompt="1"/>
          </p:nvPr>
        </p:nvSpPr>
        <p:spPr>
          <a:xfrm>
            <a:off x="8027666"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29" name="文字版面配置區 14">
            <a:extLst>
              <a:ext uri="{FF2B5EF4-FFF2-40B4-BE49-F238E27FC236}">
                <a16:creationId xmlns:a16="http://schemas.microsoft.com/office/drawing/2014/main" id="{9D579002-8C14-4A35-90BB-43E508420D98}"/>
              </a:ext>
            </a:extLst>
          </p:cNvPr>
          <p:cNvSpPr>
            <a:spLocks noGrp="1"/>
          </p:cNvSpPr>
          <p:nvPr>
            <p:ph type="body" sz="quarter" idx="26" hasCustomPrompt="1"/>
          </p:nvPr>
        </p:nvSpPr>
        <p:spPr>
          <a:xfrm>
            <a:off x="8817081"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0" name="文字版面配置區 14">
            <a:extLst>
              <a:ext uri="{FF2B5EF4-FFF2-40B4-BE49-F238E27FC236}">
                <a16:creationId xmlns:a16="http://schemas.microsoft.com/office/drawing/2014/main" id="{AA2D386B-15E3-4543-8D79-5B890CB60E7F}"/>
              </a:ext>
            </a:extLst>
          </p:cNvPr>
          <p:cNvSpPr>
            <a:spLocks noGrp="1"/>
          </p:cNvSpPr>
          <p:nvPr>
            <p:ph type="body" sz="quarter" idx="27" hasCustomPrompt="1"/>
          </p:nvPr>
        </p:nvSpPr>
        <p:spPr>
          <a:xfrm>
            <a:off x="9606496"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1" name="文字版面配置區 14">
            <a:extLst>
              <a:ext uri="{FF2B5EF4-FFF2-40B4-BE49-F238E27FC236}">
                <a16:creationId xmlns:a16="http://schemas.microsoft.com/office/drawing/2014/main" id="{D1BBCCCB-0A70-4CE2-AC23-DC53C20096BA}"/>
              </a:ext>
            </a:extLst>
          </p:cNvPr>
          <p:cNvSpPr>
            <a:spLocks noGrp="1"/>
          </p:cNvSpPr>
          <p:nvPr>
            <p:ph type="body" sz="quarter" idx="28" hasCustomPrompt="1"/>
          </p:nvPr>
        </p:nvSpPr>
        <p:spPr>
          <a:xfrm>
            <a:off x="10395907" y="3170170"/>
            <a:ext cx="495300" cy="652276"/>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61" name="文字版面配置區 14">
            <a:extLst>
              <a:ext uri="{FF2B5EF4-FFF2-40B4-BE49-F238E27FC236}">
                <a16:creationId xmlns:a16="http://schemas.microsoft.com/office/drawing/2014/main" id="{83DD38EA-382F-4255-927F-5F23153D51A7}"/>
              </a:ext>
            </a:extLst>
          </p:cNvPr>
          <p:cNvSpPr>
            <a:spLocks noGrp="1"/>
          </p:cNvSpPr>
          <p:nvPr>
            <p:ph type="body" sz="quarter" idx="46" hasCustomPrompt="1"/>
          </p:nvPr>
        </p:nvSpPr>
        <p:spPr>
          <a:xfrm>
            <a:off x="2029367" y="4003137"/>
            <a:ext cx="1440088" cy="408780"/>
          </a:xfrm>
          <a:prstGeom prst="rect">
            <a:avLst/>
          </a:prstGeom>
        </p:spPr>
        <p:txBody>
          <a:bodyPr rtlCol="0" anchor="b"/>
          <a:lstStyle>
            <a:lvl1pPr marL="0" indent="0" algn="ctr">
              <a:lnSpc>
                <a:spcPct val="100000"/>
              </a:lnSpc>
              <a:spcBef>
                <a:spcPts val="0"/>
              </a:spcBef>
              <a:buNone/>
              <a:defRPr sz="14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62" name="文字版面配置區 14">
            <a:extLst>
              <a:ext uri="{FF2B5EF4-FFF2-40B4-BE49-F238E27FC236}">
                <a16:creationId xmlns:a16="http://schemas.microsoft.com/office/drawing/2014/main" id="{DDBB317C-ECEA-48F8-B070-51A7C7B4CDB2}"/>
              </a:ext>
            </a:extLst>
          </p:cNvPr>
          <p:cNvSpPr>
            <a:spLocks noGrp="1"/>
          </p:cNvSpPr>
          <p:nvPr>
            <p:ph type="body" sz="quarter" idx="47" hasCustomPrompt="1"/>
          </p:nvPr>
        </p:nvSpPr>
        <p:spPr>
          <a:xfrm>
            <a:off x="5976442" y="4003137"/>
            <a:ext cx="1440088" cy="408780"/>
          </a:xfrm>
          <a:prstGeom prst="rect">
            <a:avLst/>
          </a:prstGeom>
        </p:spPr>
        <p:txBody>
          <a:bodyPr rtlCol="0" anchor="b"/>
          <a:lstStyle>
            <a:lvl1pPr marL="0" indent="0" algn="ctr">
              <a:lnSpc>
                <a:spcPct val="100000"/>
              </a:lnSpc>
              <a:spcBef>
                <a:spcPts val="0"/>
              </a:spcBef>
              <a:buNone/>
              <a:defRPr sz="1400" b="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63" name="文字版面配置區 14">
            <a:extLst>
              <a:ext uri="{FF2B5EF4-FFF2-40B4-BE49-F238E27FC236}">
                <a16:creationId xmlns:a16="http://schemas.microsoft.com/office/drawing/2014/main" id="{5C19CD78-318A-4E21-9027-254A8711F4C1}"/>
              </a:ext>
            </a:extLst>
          </p:cNvPr>
          <p:cNvSpPr>
            <a:spLocks noGrp="1"/>
          </p:cNvSpPr>
          <p:nvPr>
            <p:ph type="body" sz="quarter" idx="48" hasCustomPrompt="1"/>
          </p:nvPr>
        </p:nvSpPr>
        <p:spPr>
          <a:xfrm>
            <a:off x="9923517" y="4003137"/>
            <a:ext cx="1440088" cy="408780"/>
          </a:xfrm>
          <a:prstGeom prst="rect">
            <a:avLst/>
          </a:prstGeom>
        </p:spPr>
        <p:txBody>
          <a:bodyPr rtlCol="0" anchor="b"/>
          <a:lstStyle>
            <a:lvl1pPr marL="0" indent="0" algn="ctr">
              <a:lnSpc>
                <a:spcPct val="100000"/>
              </a:lnSpc>
              <a:spcBef>
                <a:spcPts val="0"/>
              </a:spcBef>
              <a:buNone/>
              <a:defRPr sz="14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57" name="文字版面配置區 14">
            <a:extLst>
              <a:ext uri="{FF2B5EF4-FFF2-40B4-BE49-F238E27FC236}">
                <a16:creationId xmlns:a16="http://schemas.microsoft.com/office/drawing/2014/main" id="{A437805B-FB40-4996-AD55-1BF1A2D64F0B}"/>
              </a:ext>
            </a:extLst>
          </p:cNvPr>
          <p:cNvSpPr>
            <a:spLocks noGrp="1"/>
          </p:cNvSpPr>
          <p:nvPr>
            <p:ph type="body" sz="quarter" idx="42" hasCustomPrompt="1"/>
          </p:nvPr>
        </p:nvSpPr>
        <p:spPr>
          <a:xfrm>
            <a:off x="696804" y="4437609"/>
            <a:ext cx="1021001" cy="501726"/>
          </a:xfrm>
          <a:prstGeom prst="rect">
            <a:avLst/>
          </a:prstGeom>
        </p:spPr>
        <p:txBody>
          <a:bodyPr rtlCol="0" anchor="ctr"/>
          <a:lstStyle>
            <a:lvl1pPr marL="0" indent="0" algn="ctr">
              <a:buNone/>
              <a:defRPr sz="20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新增年份</a:t>
            </a:r>
          </a:p>
        </p:txBody>
      </p:sp>
      <p:sp>
        <p:nvSpPr>
          <p:cNvPr id="32" name="文字版面配置區 14">
            <a:extLst>
              <a:ext uri="{FF2B5EF4-FFF2-40B4-BE49-F238E27FC236}">
                <a16:creationId xmlns:a16="http://schemas.microsoft.com/office/drawing/2014/main" id="{40A55730-770B-4851-B7C1-A3AE260339EC}"/>
              </a:ext>
            </a:extLst>
          </p:cNvPr>
          <p:cNvSpPr>
            <a:spLocks noGrp="1"/>
          </p:cNvSpPr>
          <p:nvPr>
            <p:ph type="body" sz="quarter" idx="29" hasCustomPrompt="1"/>
          </p:nvPr>
        </p:nvSpPr>
        <p:spPr>
          <a:xfrm>
            <a:off x="1712346"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3" name="文字版面配置區 14">
            <a:extLst>
              <a:ext uri="{FF2B5EF4-FFF2-40B4-BE49-F238E27FC236}">
                <a16:creationId xmlns:a16="http://schemas.microsoft.com/office/drawing/2014/main" id="{32F5F67C-8450-4CC2-984C-18CEA2A424FA}"/>
              </a:ext>
            </a:extLst>
          </p:cNvPr>
          <p:cNvSpPr>
            <a:spLocks noGrp="1"/>
          </p:cNvSpPr>
          <p:nvPr>
            <p:ph type="body" sz="quarter" idx="30" hasCustomPrompt="1"/>
          </p:nvPr>
        </p:nvSpPr>
        <p:spPr>
          <a:xfrm>
            <a:off x="2501761"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4" name="文字版面配置區 14">
            <a:extLst>
              <a:ext uri="{FF2B5EF4-FFF2-40B4-BE49-F238E27FC236}">
                <a16:creationId xmlns:a16="http://schemas.microsoft.com/office/drawing/2014/main" id="{205940B1-D0A7-4FA0-8075-1DD875262A2B}"/>
              </a:ext>
            </a:extLst>
          </p:cNvPr>
          <p:cNvSpPr>
            <a:spLocks noGrp="1"/>
          </p:cNvSpPr>
          <p:nvPr>
            <p:ph type="body" sz="quarter" idx="31" hasCustomPrompt="1"/>
          </p:nvPr>
        </p:nvSpPr>
        <p:spPr>
          <a:xfrm>
            <a:off x="3291176"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5" name="文字版面配置區 14">
            <a:extLst>
              <a:ext uri="{FF2B5EF4-FFF2-40B4-BE49-F238E27FC236}">
                <a16:creationId xmlns:a16="http://schemas.microsoft.com/office/drawing/2014/main" id="{FF257E24-EF53-4359-8CF5-CC42A8F66184}"/>
              </a:ext>
            </a:extLst>
          </p:cNvPr>
          <p:cNvSpPr>
            <a:spLocks noGrp="1"/>
          </p:cNvSpPr>
          <p:nvPr>
            <p:ph type="body" sz="quarter" idx="32" hasCustomPrompt="1"/>
          </p:nvPr>
        </p:nvSpPr>
        <p:spPr>
          <a:xfrm>
            <a:off x="4080591"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6" name="文字版面配置區 14">
            <a:extLst>
              <a:ext uri="{FF2B5EF4-FFF2-40B4-BE49-F238E27FC236}">
                <a16:creationId xmlns:a16="http://schemas.microsoft.com/office/drawing/2014/main" id="{5A2166B8-0F7E-45E9-970E-79F921472A30}"/>
              </a:ext>
            </a:extLst>
          </p:cNvPr>
          <p:cNvSpPr>
            <a:spLocks noGrp="1"/>
          </p:cNvSpPr>
          <p:nvPr>
            <p:ph type="body" sz="quarter" idx="33" hasCustomPrompt="1"/>
          </p:nvPr>
        </p:nvSpPr>
        <p:spPr>
          <a:xfrm>
            <a:off x="4810807" y="4871997"/>
            <a:ext cx="61531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7" name="文字版面配置區 14">
            <a:extLst>
              <a:ext uri="{FF2B5EF4-FFF2-40B4-BE49-F238E27FC236}">
                <a16:creationId xmlns:a16="http://schemas.microsoft.com/office/drawing/2014/main" id="{FF45DCBF-40C1-4B85-9196-4C0237FA8CE9}"/>
              </a:ext>
            </a:extLst>
          </p:cNvPr>
          <p:cNvSpPr>
            <a:spLocks noGrp="1"/>
          </p:cNvSpPr>
          <p:nvPr>
            <p:ph type="body" sz="quarter" idx="34" hasCustomPrompt="1"/>
          </p:nvPr>
        </p:nvSpPr>
        <p:spPr>
          <a:xfrm>
            <a:off x="5659421"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8" name="文字版面配置區 14">
            <a:extLst>
              <a:ext uri="{FF2B5EF4-FFF2-40B4-BE49-F238E27FC236}">
                <a16:creationId xmlns:a16="http://schemas.microsoft.com/office/drawing/2014/main" id="{E0182695-A664-4408-ACB6-D9273831D560}"/>
              </a:ext>
            </a:extLst>
          </p:cNvPr>
          <p:cNvSpPr>
            <a:spLocks noGrp="1"/>
          </p:cNvSpPr>
          <p:nvPr>
            <p:ph type="body" sz="quarter" idx="35" hasCustomPrompt="1"/>
          </p:nvPr>
        </p:nvSpPr>
        <p:spPr>
          <a:xfrm>
            <a:off x="6448836"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39" name="文字版面配置區 14">
            <a:extLst>
              <a:ext uri="{FF2B5EF4-FFF2-40B4-BE49-F238E27FC236}">
                <a16:creationId xmlns:a16="http://schemas.microsoft.com/office/drawing/2014/main" id="{2928531F-4FEC-4B06-9428-27244D33B936}"/>
              </a:ext>
            </a:extLst>
          </p:cNvPr>
          <p:cNvSpPr>
            <a:spLocks noGrp="1"/>
          </p:cNvSpPr>
          <p:nvPr>
            <p:ph type="body" sz="quarter" idx="36" hasCustomPrompt="1"/>
          </p:nvPr>
        </p:nvSpPr>
        <p:spPr>
          <a:xfrm>
            <a:off x="7238251"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0" name="文字版面配置區 14">
            <a:extLst>
              <a:ext uri="{FF2B5EF4-FFF2-40B4-BE49-F238E27FC236}">
                <a16:creationId xmlns:a16="http://schemas.microsoft.com/office/drawing/2014/main" id="{E678C8DB-AF28-4A99-B976-36F54BA279CD}"/>
              </a:ext>
            </a:extLst>
          </p:cNvPr>
          <p:cNvSpPr>
            <a:spLocks noGrp="1"/>
          </p:cNvSpPr>
          <p:nvPr>
            <p:ph type="body" sz="quarter" idx="37" hasCustomPrompt="1"/>
          </p:nvPr>
        </p:nvSpPr>
        <p:spPr>
          <a:xfrm>
            <a:off x="8027666"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1" name="文字版面配置區 14">
            <a:extLst>
              <a:ext uri="{FF2B5EF4-FFF2-40B4-BE49-F238E27FC236}">
                <a16:creationId xmlns:a16="http://schemas.microsoft.com/office/drawing/2014/main" id="{FB1CBFC6-0E9C-4ECA-A915-798C00479D6B}"/>
              </a:ext>
            </a:extLst>
          </p:cNvPr>
          <p:cNvSpPr>
            <a:spLocks noGrp="1"/>
          </p:cNvSpPr>
          <p:nvPr>
            <p:ph type="body" sz="quarter" idx="38" hasCustomPrompt="1"/>
          </p:nvPr>
        </p:nvSpPr>
        <p:spPr>
          <a:xfrm>
            <a:off x="8817081"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2" name="文字版面配置區 14">
            <a:extLst>
              <a:ext uri="{FF2B5EF4-FFF2-40B4-BE49-F238E27FC236}">
                <a16:creationId xmlns:a16="http://schemas.microsoft.com/office/drawing/2014/main" id="{B4EC71CB-AE6D-46A0-87B4-6E2BD6A1CF6F}"/>
              </a:ext>
            </a:extLst>
          </p:cNvPr>
          <p:cNvSpPr>
            <a:spLocks noGrp="1"/>
          </p:cNvSpPr>
          <p:nvPr>
            <p:ph type="body" sz="quarter" idx="39" hasCustomPrompt="1"/>
          </p:nvPr>
        </p:nvSpPr>
        <p:spPr>
          <a:xfrm>
            <a:off x="9606496"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43" name="文字版面配置區 14">
            <a:extLst>
              <a:ext uri="{FF2B5EF4-FFF2-40B4-BE49-F238E27FC236}">
                <a16:creationId xmlns:a16="http://schemas.microsoft.com/office/drawing/2014/main" id="{16A1EE39-3790-4721-9E09-19024F590A96}"/>
              </a:ext>
            </a:extLst>
          </p:cNvPr>
          <p:cNvSpPr>
            <a:spLocks noGrp="1"/>
          </p:cNvSpPr>
          <p:nvPr>
            <p:ph type="body" sz="quarter" idx="40" hasCustomPrompt="1"/>
          </p:nvPr>
        </p:nvSpPr>
        <p:spPr>
          <a:xfrm>
            <a:off x="10395907" y="4871997"/>
            <a:ext cx="495300" cy="652272"/>
          </a:xfrm>
          <a:prstGeom prst="rect">
            <a:avLst/>
          </a:prstGeom>
        </p:spPr>
        <p:txBody>
          <a:bodyPr rtlCol="0"/>
          <a:lstStyle>
            <a:lvl1pPr marL="0" indent="0" algn="ctr">
              <a:lnSpc>
                <a:spcPct val="80000"/>
              </a:lnSpc>
              <a:spcBef>
                <a:spcPts val="0"/>
              </a:spcBef>
              <a:buNone/>
              <a:defRPr sz="1200" cap="none" spc="100" baseline="0">
                <a:solidFill>
                  <a:schemeClr val="accent5">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grpSp>
        <p:nvGrpSpPr>
          <p:cNvPr id="44" name="群組 43">
            <a:extLst>
              <a:ext uri="{FF2B5EF4-FFF2-40B4-BE49-F238E27FC236}">
                <a16:creationId xmlns:a16="http://schemas.microsoft.com/office/drawing/2014/main" id="{D4F8B141-9EE2-47E7-AF2A-94CECF90771C}"/>
              </a:ext>
              <a:ext uri="{C183D7F6-B498-43B3-948B-1728B52AA6E4}">
                <adec:decorative xmlns:adec="http://schemas.microsoft.com/office/drawing/2017/decorative" val="1"/>
              </a:ext>
            </a:extLst>
          </p:cNvPr>
          <p:cNvGrpSpPr/>
          <p:nvPr userDrawn="1"/>
        </p:nvGrpSpPr>
        <p:grpSpPr>
          <a:xfrm>
            <a:off x="2047081" y="4694680"/>
            <a:ext cx="8510121" cy="0"/>
            <a:chOff x="1504814" y="2488864"/>
            <a:chExt cx="8510121" cy="0"/>
          </a:xfrm>
        </p:grpSpPr>
        <p:cxnSp>
          <p:nvCxnSpPr>
            <p:cNvPr id="45" name="直線接點​​(S) 44">
              <a:extLst>
                <a:ext uri="{FF2B5EF4-FFF2-40B4-BE49-F238E27FC236}">
                  <a16:creationId xmlns:a16="http://schemas.microsoft.com/office/drawing/2014/main" id="{0D73D561-653C-420E-BC66-5DA51DD36C89}"/>
                </a:ext>
              </a:extLst>
            </p:cNvPr>
            <p:cNvCxnSpPr>
              <a:cxnSpLocks/>
            </p:cNvCxnSpPr>
            <p:nvPr userDrawn="1"/>
          </p:nvCxnSpPr>
          <p:spPr>
            <a:xfrm>
              <a:off x="1504814"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線接點​​(S) 45">
              <a:extLst>
                <a:ext uri="{FF2B5EF4-FFF2-40B4-BE49-F238E27FC236}">
                  <a16:creationId xmlns:a16="http://schemas.microsoft.com/office/drawing/2014/main" id="{D3729D46-C590-474A-BF51-5B9D4359EB74}"/>
                </a:ext>
              </a:extLst>
            </p:cNvPr>
            <p:cNvCxnSpPr>
              <a:cxnSpLocks/>
            </p:cNvCxnSpPr>
            <p:nvPr userDrawn="1"/>
          </p:nvCxnSpPr>
          <p:spPr>
            <a:xfrm>
              <a:off x="2301137"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線接點​​(S) 46">
              <a:extLst>
                <a:ext uri="{FF2B5EF4-FFF2-40B4-BE49-F238E27FC236}">
                  <a16:creationId xmlns:a16="http://schemas.microsoft.com/office/drawing/2014/main" id="{148D21A3-16A8-4ECB-832A-29159F1D20E9}"/>
                </a:ext>
              </a:extLst>
            </p:cNvPr>
            <p:cNvCxnSpPr>
              <a:cxnSpLocks/>
            </p:cNvCxnSpPr>
            <p:nvPr userDrawn="1"/>
          </p:nvCxnSpPr>
          <p:spPr>
            <a:xfrm>
              <a:off x="308377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線接點​​(S) 47">
              <a:extLst>
                <a:ext uri="{FF2B5EF4-FFF2-40B4-BE49-F238E27FC236}">
                  <a16:creationId xmlns:a16="http://schemas.microsoft.com/office/drawing/2014/main" id="{DB217E3B-A68A-4BBD-889D-C078F6616CB6}"/>
                </a:ext>
              </a:extLst>
            </p:cNvPr>
            <p:cNvCxnSpPr>
              <a:cxnSpLocks/>
            </p:cNvCxnSpPr>
            <p:nvPr userDrawn="1"/>
          </p:nvCxnSpPr>
          <p:spPr>
            <a:xfrm>
              <a:off x="388009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線接點​​(S) 48">
              <a:extLst>
                <a:ext uri="{FF2B5EF4-FFF2-40B4-BE49-F238E27FC236}">
                  <a16:creationId xmlns:a16="http://schemas.microsoft.com/office/drawing/2014/main" id="{3AC64796-B68D-4AE1-A16E-54663926A7FD}"/>
                </a:ext>
              </a:extLst>
            </p:cNvPr>
            <p:cNvCxnSpPr>
              <a:cxnSpLocks/>
            </p:cNvCxnSpPr>
            <p:nvPr userDrawn="1"/>
          </p:nvCxnSpPr>
          <p:spPr>
            <a:xfrm>
              <a:off x="465589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線接點​​(S) 49">
              <a:extLst>
                <a:ext uri="{FF2B5EF4-FFF2-40B4-BE49-F238E27FC236}">
                  <a16:creationId xmlns:a16="http://schemas.microsoft.com/office/drawing/2014/main" id="{869D787A-5A6E-4ADB-BAAA-FC5EF3EF1BE0}"/>
                </a:ext>
              </a:extLst>
            </p:cNvPr>
            <p:cNvCxnSpPr>
              <a:cxnSpLocks/>
            </p:cNvCxnSpPr>
            <p:nvPr userDrawn="1"/>
          </p:nvCxnSpPr>
          <p:spPr>
            <a:xfrm>
              <a:off x="545221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線接點​​(S) 50">
              <a:extLst>
                <a:ext uri="{FF2B5EF4-FFF2-40B4-BE49-F238E27FC236}">
                  <a16:creationId xmlns:a16="http://schemas.microsoft.com/office/drawing/2014/main" id="{1E371F89-9862-4F45-9CA4-A53BF2C3F720}"/>
                </a:ext>
              </a:extLst>
            </p:cNvPr>
            <p:cNvCxnSpPr>
              <a:cxnSpLocks/>
            </p:cNvCxnSpPr>
            <p:nvPr userDrawn="1"/>
          </p:nvCxnSpPr>
          <p:spPr>
            <a:xfrm>
              <a:off x="6234858"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S) 51">
              <a:extLst>
                <a:ext uri="{FF2B5EF4-FFF2-40B4-BE49-F238E27FC236}">
                  <a16:creationId xmlns:a16="http://schemas.microsoft.com/office/drawing/2014/main" id="{819AC00F-FB14-4E51-ABB2-C72FB6C0A0F7}"/>
                </a:ext>
              </a:extLst>
            </p:cNvPr>
            <p:cNvCxnSpPr>
              <a:cxnSpLocks/>
            </p:cNvCxnSpPr>
            <p:nvPr userDrawn="1"/>
          </p:nvCxnSpPr>
          <p:spPr>
            <a:xfrm>
              <a:off x="7031181"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線接點​​(S) 52">
              <a:extLst>
                <a:ext uri="{FF2B5EF4-FFF2-40B4-BE49-F238E27FC236}">
                  <a16:creationId xmlns:a16="http://schemas.microsoft.com/office/drawing/2014/main" id="{E083D041-D6E2-4DFF-A37E-21E03F46AF94}"/>
                </a:ext>
              </a:extLst>
            </p:cNvPr>
            <p:cNvCxnSpPr>
              <a:cxnSpLocks/>
            </p:cNvCxnSpPr>
            <p:nvPr userDrawn="1"/>
          </p:nvCxnSpPr>
          <p:spPr>
            <a:xfrm>
              <a:off x="7813820"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線接點​​(S) 53">
              <a:extLst>
                <a:ext uri="{FF2B5EF4-FFF2-40B4-BE49-F238E27FC236}">
                  <a16:creationId xmlns:a16="http://schemas.microsoft.com/office/drawing/2014/main" id="{E4589E1D-9976-4550-917F-D88195CDCE9F}"/>
                </a:ext>
              </a:extLst>
            </p:cNvPr>
            <p:cNvCxnSpPr>
              <a:cxnSpLocks/>
            </p:cNvCxnSpPr>
            <p:nvPr userDrawn="1"/>
          </p:nvCxnSpPr>
          <p:spPr>
            <a:xfrm>
              <a:off x="8610143"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線接點​​(S) 54">
              <a:extLst>
                <a:ext uri="{FF2B5EF4-FFF2-40B4-BE49-F238E27FC236}">
                  <a16:creationId xmlns:a16="http://schemas.microsoft.com/office/drawing/2014/main" id="{1065CC16-DED3-4048-8705-CA87554422D7}"/>
                </a:ext>
              </a:extLst>
            </p:cNvPr>
            <p:cNvCxnSpPr>
              <a:cxnSpLocks/>
            </p:cNvCxnSpPr>
            <p:nvPr userDrawn="1"/>
          </p:nvCxnSpPr>
          <p:spPr>
            <a:xfrm>
              <a:off x="9399625"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3" name="群組 132">
            <a:extLst>
              <a:ext uri="{FF2B5EF4-FFF2-40B4-BE49-F238E27FC236}">
                <a16:creationId xmlns:a16="http://schemas.microsoft.com/office/drawing/2014/main" id="{4EDC1B45-4090-4B45-80FB-8DF542E67EC0}"/>
              </a:ext>
              <a:ext uri="{C183D7F6-B498-43B3-948B-1728B52AA6E4}">
                <adec:decorative xmlns:adec="http://schemas.microsoft.com/office/drawing/2017/decorative" val="1"/>
              </a:ext>
            </a:extLst>
          </p:cNvPr>
          <p:cNvGrpSpPr/>
          <p:nvPr userDrawn="1"/>
        </p:nvGrpSpPr>
        <p:grpSpPr>
          <a:xfrm>
            <a:off x="1872910" y="4599626"/>
            <a:ext cx="8858463" cy="174171"/>
            <a:chOff x="1835966" y="4162015"/>
            <a:chExt cx="8858463" cy="174171"/>
          </a:xfrm>
        </p:grpSpPr>
        <p:sp>
          <p:nvSpPr>
            <p:cNvPr id="90" name="Oval 234">
              <a:extLst>
                <a:ext uri="{FF2B5EF4-FFF2-40B4-BE49-F238E27FC236}">
                  <a16:creationId xmlns:a16="http://schemas.microsoft.com/office/drawing/2014/main" id="{1EFAF30E-1CB4-4DCC-B1A8-30450AECDE71}"/>
                </a:ext>
                <a:ext uri="{C183D7F6-B498-43B3-948B-1728B52AA6E4}">
                  <adec:decorative xmlns:adec="http://schemas.microsoft.com/office/drawing/2017/decorative" val="1"/>
                </a:ext>
              </a:extLst>
            </p:cNvPr>
            <p:cNvSpPr/>
            <p:nvPr userDrawn="1"/>
          </p:nvSpPr>
          <p:spPr>
            <a:xfrm>
              <a:off x="183596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1" name="Oval 236">
              <a:extLst>
                <a:ext uri="{FF2B5EF4-FFF2-40B4-BE49-F238E27FC236}">
                  <a16:creationId xmlns:a16="http://schemas.microsoft.com/office/drawing/2014/main" id="{A53911EE-BFCB-48ED-9821-C8FD0449842D}"/>
                </a:ext>
                <a:ext uri="{C183D7F6-B498-43B3-948B-1728B52AA6E4}">
                  <adec:decorative xmlns:adec="http://schemas.microsoft.com/office/drawing/2017/decorative" val="1"/>
                </a:ext>
              </a:extLst>
            </p:cNvPr>
            <p:cNvSpPr/>
            <p:nvPr userDrawn="1"/>
          </p:nvSpPr>
          <p:spPr>
            <a:xfrm>
              <a:off x="2625447"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2" name="Oval 238">
              <a:extLst>
                <a:ext uri="{FF2B5EF4-FFF2-40B4-BE49-F238E27FC236}">
                  <a16:creationId xmlns:a16="http://schemas.microsoft.com/office/drawing/2014/main" id="{AE84E691-02AF-4C42-B3B7-EE46E825C03F}"/>
                </a:ext>
                <a:ext uri="{C183D7F6-B498-43B3-948B-1728B52AA6E4}">
                  <adec:decorative xmlns:adec="http://schemas.microsoft.com/office/drawing/2017/decorative" val="1"/>
                </a:ext>
              </a:extLst>
            </p:cNvPr>
            <p:cNvSpPr/>
            <p:nvPr userDrawn="1"/>
          </p:nvSpPr>
          <p:spPr>
            <a:xfrm>
              <a:off x="341492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3" name="Oval 240">
              <a:extLst>
                <a:ext uri="{FF2B5EF4-FFF2-40B4-BE49-F238E27FC236}">
                  <a16:creationId xmlns:a16="http://schemas.microsoft.com/office/drawing/2014/main" id="{EB9041A9-2967-41AF-BE0A-A7476B97B2CA}"/>
                </a:ext>
                <a:ext uri="{C183D7F6-B498-43B3-948B-1728B52AA6E4}">
                  <adec:decorative xmlns:adec="http://schemas.microsoft.com/office/drawing/2017/decorative" val="1"/>
                </a:ext>
              </a:extLst>
            </p:cNvPr>
            <p:cNvSpPr/>
            <p:nvPr userDrawn="1"/>
          </p:nvSpPr>
          <p:spPr>
            <a:xfrm>
              <a:off x="4204409"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4" name="Oval 242">
              <a:extLst>
                <a:ext uri="{FF2B5EF4-FFF2-40B4-BE49-F238E27FC236}">
                  <a16:creationId xmlns:a16="http://schemas.microsoft.com/office/drawing/2014/main" id="{2B7F05AE-8C2E-43EB-BBA0-897D173AF613}"/>
                </a:ext>
                <a:ext uri="{C183D7F6-B498-43B3-948B-1728B52AA6E4}">
                  <adec:decorative xmlns:adec="http://schemas.microsoft.com/office/drawing/2017/decorative" val="1"/>
                </a:ext>
              </a:extLst>
            </p:cNvPr>
            <p:cNvSpPr/>
            <p:nvPr userDrawn="1"/>
          </p:nvSpPr>
          <p:spPr>
            <a:xfrm>
              <a:off x="4993890"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5" name="Oval 244">
              <a:extLst>
                <a:ext uri="{FF2B5EF4-FFF2-40B4-BE49-F238E27FC236}">
                  <a16:creationId xmlns:a16="http://schemas.microsoft.com/office/drawing/2014/main" id="{4248E8A5-3D01-49ED-BEC6-0D27C4C50B7E}"/>
                </a:ext>
                <a:ext uri="{C183D7F6-B498-43B3-948B-1728B52AA6E4}">
                  <adec:decorative xmlns:adec="http://schemas.microsoft.com/office/drawing/2017/decorative" val="1"/>
                </a:ext>
              </a:extLst>
            </p:cNvPr>
            <p:cNvSpPr/>
            <p:nvPr userDrawn="1"/>
          </p:nvSpPr>
          <p:spPr>
            <a:xfrm>
              <a:off x="5783371"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6" name="Oval 246">
              <a:extLst>
                <a:ext uri="{FF2B5EF4-FFF2-40B4-BE49-F238E27FC236}">
                  <a16:creationId xmlns:a16="http://schemas.microsoft.com/office/drawing/2014/main" id="{A50B1FA2-FFAB-4A04-8C04-CF6BC1BCDC98}"/>
                </a:ext>
                <a:ext uri="{C183D7F6-B498-43B3-948B-1728B52AA6E4}">
                  <adec:decorative xmlns:adec="http://schemas.microsoft.com/office/drawing/2017/decorative" val="1"/>
                </a:ext>
              </a:extLst>
            </p:cNvPr>
            <p:cNvSpPr/>
            <p:nvPr userDrawn="1"/>
          </p:nvSpPr>
          <p:spPr>
            <a:xfrm>
              <a:off x="6572852"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7" name="Oval 248">
              <a:extLst>
                <a:ext uri="{FF2B5EF4-FFF2-40B4-BE49-F238E27FC236}">
                  <a16:creationId xmlns:a16="http://schemas.microsoft.com/office/drawing/2014/main" id="{B70F9284-E3A9-4E8C-9C28-93D985513A99}"/>
                </a:ext>
                <a:ext uri="{C183D7F6-B498-43B3-948B-1728B52AA6E4}">
                  <adec:decorative xmlns:adec="http://schemas.microsoft.com/office/drawing/2017/decorative" val="1"/>
                </a:ext>
              </a:extLst>
            </p:cNvPr>
            <p:cNvSpPr/>
            <p:nvPr userDrawn="1"/>
          </p:nvSpPr>
          <p:spPr>
            <a:xfrm>
              <a:off x="7362333"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8" name="Oval 250">
              <a:extLst>
                <a:ext uri="{FF2B5EF4-FFF2-40B4-BE49-F238E27FC236}">
                  <a16:creationId xmlns:a16="http://schemas.microsoft.com/office/drawing/2014/main" id="{494AA308-491E-44AE-A81D-E62D362FC479}"/>
                </a:ext>
                <a:ext uri="{C183D7F6-B498-43B3-948B-1728B52AA6E4}">
                  <adec:decorative xmlns:adec="http://schemas.microsoft.com/office/drawing/2017/decorative" val="1"/>
                </a:ext>
              </a:extLst>
            </p:cNvPr>
            <p:cNvSpPr/>
            <p:nvPr userDrawn="1"/>
          </p:nvSpPr>
          <p:spPr>
            <a:xfrm>
              <a:off x="8151814"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9" name="Oval 252">
              <a:extLst>
                <a:ext uri="{FF2B5EF4-FFF2-40B4-BE49-F238E27FC236}">
                  <a16:creationId xmlns:a16="http://schemas.microsoft.com/office/drawing/2014/main" id="{03B58A61-0691-4D1F-9A25-7CCB12DA9159}"/>
                </a:ext>
                <a:ext uri="{C183D7F6-B498-43B3-948B-1728B52AA6E4}">
                  <adec:decorative xmlns:adec="http://schemas.microsoft.com/office/drawing/2017/decorative" val="1"/>
                </a:ext>
              </a:extLst>
            </p:cNvPr>
            <p:cNvSpPr/>
            <p:nvPr userDrawn="1"/>
          </p:nvSpPr>
          <p:spPr>
            <a:xfrm>
              <a:off x="8941295"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0" name="Oval 254">
              <a:extLst>
                <a:ext uri="{FF2B5EF4-FFF2-40B4-BE49-F238E27FC236}">
                  <a16:creationId xmlns:a16="http://schemas.microsoft.com/office/drawing/2014/main" id="{57F5DE50-7369-4681-A8F6-5E935A517811}"/>
                </a:ext>
                <a:ext uri="{C183D7F6-B498-43B3-948B-1728B52AA6E4}">
                  <adec:decorative xmlns:adec="http://schemas.microsoft.com/office/drawing/2017/decorative" val="1"/>
                </a:ext>
              </a:extLst>
            </p:cNvPr>
            <p:cNvSpPr/>
            <p:nvPr userDrawn="1"/>
          </p:nvSpPr>
          <p:spPr>
            <a:xfrm>
              <a:off x="973077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1" name="Oval 256">
              <a:extLst>
                <a:ext uri="{FF2B5EF4-FFF2-40B4-BE49-F238E27FC236}">
                  <a16:creationId xmlns:a16="http://schemas.microsoft.com/office/drawing/2014/main" id="{4C666F7C-EBDE-456E-B607-1E0FA692438A}"/>
                </a:ext>
                <a:ext uri="{C183D7F6-B498-43B3-948B-1728B52AA6E4}">
                  <adec:decorative xmlns:adec="http://schemas.microsoft.com/office/drawing/2017/decorative" val="1"/>
                </a:ext>
              </a:extLst>
            </p:cNvPr>
            <p:cNvSpPr/>
            <p:nvPr userDrawn="1"/>
          </p:nvSpPr>
          <p:spPr>
            <a:xfrm>
              <a:off x="10520258"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grpSp>
      <p:grpSp>
        <p:nvGrpSpPr>
          <p:cNvPr id="105" name="群組 104">
            <a:extLst>
              <a:ext uri="{FF2B5EF4-FFF2-40B4-BE49-F238E27FC236}">
                <a16:creationId xmlns:a16="http://schemas.microsoft.com/office/drawing/2014/main" id="{FFFF66A7-062A-4A45-8A10-A8F847AF1847}"/>
              </a:ext>
              <a:ext uri="{C183D7F6-B498-43B3-948B-1728B52AA6E4}">
                <adec:decorative xmlns:adec="http://schemas.microsoft.com/office/drawing/2017/decorative" val="1"/>
              </a:ext>
            </a:extLst>
          </p:cNvPr>
          <p:cNvGrpSpPr/>
          <p:nvPr userDrawn="1"/>
        </p:nvGrpSpPr>
        <p:grpSpPr>
          <a:xfrm>
            <a:off x="2049387" y="2999128"/>
            <a:ext cx="8510121" cy="0"/>
            <a:chOff x="1504814" y="2488864"/>
            <a:chExt cx="8510121" cy="0"/>
          </a:xfrm>
        </p:grpSpPr>
        <p:cxnSp>
          <p:nvCxnSpPr>
            <p:cNvPr id="106" name="直線接點​​(S) 105">
              <a:extLst>
                <a:ext uri="{FF2B5EF4-FFF2-40B4-BE49-F238E27FC236}">
                  <a16:creationId xmlns:a16="http://schemas.microsoft.com/office/drawing/2014/main" id="{A2090933-BFE5-4598-998F-C2857039426F}"/>
                </a:ext>
              </a:extLst>
            </p:cNvPr>
            <p:cNvCxnSpPr>
              <a:cxnSpLocks/>
            </p:cNvCxnSpPr>
            <p:nvPr userDrawn="1"/>
          </p:nvCxnSpPr>
          <p:spPr>
            <a:xfrm>
              <a:off x="1504814"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直線接點​​(S) 106">
              <a:extLst>
                <a:ext uri="{FF2B5EF4-FFF2-40B4-BE49-F238E27FC236}">
                  <a16:creationId xmlns:a16="http://schemas.microsoft.com/office/drawing/2014/main" id="{C7E50B9E-AD14-448E-B2DF-ED1D0F490865}"/>
                </a:ext>
              </a:extLst>
            </p:cNvPr>
            <p:cNvCxnSpPr>
              <a:cxnSpLocks/>
            </p:cNvCxnSpPr>
            <p:nvPr userDrawn="1"/>
          </p:nvCxnSpPr>
          <p:spPr>
            <a:xfrm>
              <a:off x="2301137"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直線接點​​(S) 107">
              <a:extLst>
                <a:ext uri="{FF2B5EF4-FFF2-40B4-BE49-F238E27FC236}">
                  <a16:creationId xmlns:a16="http://schemas.microsoft.com/office/drawing/2014/main" id="{1F782020-9AE0-4B20-ACD4-057C60173A6C}"/>
                </a:ext>
              </a:extLst>
            </p:cNvPr>
            <p:cNvCxnSpPr>
              <a:cxnSpLocks/>
            </p:cNvCxnSpPr>
            <p:nvPr userDrawn="1"/>
          </p:nvCxnSpPr>
          <p:spPr>
            <a:xfrm>
              <a:off x="308377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線接點​​(S) 108">
              <a:extLst>
                <a:ext uri="{FF2B5EF4-FFF2-40B4-BE49-F238E27FC236}">
                  <a16:creationId xmlns:a16="http://schemas.microsoft.com/office/drawing/2014/main" id="{DE1A502D-7651-4CBE-81DE-FF4F102DAA73}"/>
                </a:ext>
              </a:extLst>
            </p:cNvPr>
            <p:cNvCxnSpPr>
              <a:cxnSpLocks/>
            </p:cNvCxnSpPr>
            <p:nvPr userDrawn="1"/>
          </p:nvCxnSpPr>
          <p:spPr>
            <a:xfrm>
              <a:off x="388009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直線接點​​(S) 109">
              <a:extLst>
                <a:ext uri="{FF2B5EF4-FFF2-40B4-BE49-F238E27FC236}">
                  <a16:creationId xmlns:a16="http://schemas.microsoft.com/office/drawing/2014/main" id="{D4C29AAF-4E83-44DA-A084-3FF3C70F6155}"/>
                </a:ext>
              </a:extLst>
            </p:cNvPr>
            <p:cNvCxnSpPr>
              <a:cxnSpLocks/>
            </p:cNvCxnSpPr>
            <p:nvPr userDrawn="1"/>
          </p:nvCxnSpPr>
          <p:spPr>
            <a:xfrm>
              <a:off x="4655896"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直線接點​​(S) 110">
              <a:extLst>
                <a:ext uri="{FF2B5EF4-FFF2-40B4-BE49-F238E27FC236}">
                  <a16:creationId xmlns:a16="http://schemas.microsoft.com/office/drawing/2014/main" id="{AC5616E9-1DAC-4713-A257-8682DD24AC5C}"/>
                </a:ext>
              </a:extLst>
            </p:cNvPr>
            <p:cNvCxnSpPr>
              <a:cxnSpLocks/>
            </p:cNvCxnSpPr>
            <p:nvPr userDrawn="1"/>
          </p:nvCxnSpPr>
          <p:spPr>
            <a:xfrm>
              <a:off x="5452219"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直線接點​​(S) 111">
              <a:extLst>
                <a:ext uri="{FF2B5EF4-FFF2-40B4-BE49-F238E27FC236}">
                  <a16:creationId xmlns:a16="http://schemas.microsoft.com/office/drawing/2014/main" id="{ACDC726D-AB0E-4ED3-82DB-9DD54ADB100A}"/>
                </a:ext>
              </a:extLst>
            </p:cNvPr>
            <p:cNvCxnSpPr>
              <a:cxnSpLocks/>
            </p:cNvCxnSpPr>
            <p:nvPr userDrawn="1"/>
          </p:nvCxnSpPr>
          <p:spPr>
            <a:xfrm>
              <a:off x="6234858"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直線接點​​(S) 112">
              <a:extLst>
                <a:ext uri="{FF2B5EF4-FFF2-40B4-BE49-F238E27FC236}">
                  <a16:creationId xmlns:a16="http://schemas.microsoft.com/office/drawing/2014/main" id="{12F1E4A6-E07E-4550-AB72-53438E0C4F0E}"/>
                </a:ext>
              </a:extLst>
            </p:cNvPr>
            <p:cNvCxnSpPr>
              <a:cxnSpLocks/>
            </p:cNvCxnSpPr>
            <p:nvPr userDrawn="1"/>
          </p:nvCxnSpPr>
          <p:spPr>
            <a:xfrm>
              <a:off x="7031181"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直線接點​​(S) 113">
              <a:extLst>
                <a:ext uri="{FF2B5EF4-FFF2-40B4-BE49-F238E27FC236}">
                  <a16:creationId xmlns:a16="http://schemas.microsoft.com/office/drawing/2014/main" id="{6B638F82-2127-4858-AA45-F08A1CADABB9}"/>
                </a:ext>
              </a:extLst>
            </p:cNvPr>
            <p:cNvCxnSpPr>
              <a:cxnSpLocks/>
            </p:cNvCxnSpPr>
            <p:nvPr userDrawn="1"/>
          </p:nvCxnSpPr>
          <p:spPr>
            <a:xfrm>
              <a:off x="7813820"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直線接點​​(S) 114">
              <a:extLst>
                <a:ext uri="{FF2B5EF4-FFF2-40B4-BE49-F238E27FC236}">
                  <a16:creationId xmlns:a16="http://schemas.microsoft.com/office/drawing/2014/main" id="{028005E8-9894-4966-8BDE-95577A6039DC}"/>
                </a:ext>
              </a:extLst>
            </p:cNvPr>
            <p:cNvCxnSpPr>
              <a:cxnSpLocks/>
            </p:cNvCxnSpPr>
            <p:nvPr userDrawn="1"/>
          </p:nvCxnSpPr>
          <p:spPr>
            <a:xfrm>
              <a:off x="8610143"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直線接點​​(S) 115">
              <a:extLst>
                <a:ext uri="{FF2B5EF4-FFF2-40B4-BE49-F238E27FC236}">
                  <a16:creationId xmlns:a16="http://schemas.microsoft.com/office/drawing/2014/main" id="{CFFBFEB2-9943-4D83-86DB-1A86AC15E8EF}"/>
                </a:ext>
              </a:extLst>
            </p:cNvPr>
            <p:cNvCxnSpPr>
              <a:cxnSpLocks/>
            </p:cNvCxnSpPr>
            <p:nvPr userDrawn="1"/>
          </p:nvCxnSpPr>
          <p:spPr>
            <a:xfrm>
              <a:off x="9399625" y="2488864"/>
              <a:ext cx="61531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4" name="群組 133">
            <a:extLst>
              <a:ext uri="{FF2B5EF4-FFF2-40B4-BE49-F238E27FC236}">
                <a16:creationId xmlns:a16="http://schemas.microsoft.com/office/drawing/2014/main" id="{67045F09-8CF5-4E51-A65C-54F8BF015868}"/>
              </a:ext>
              <a:ext uri="{C183D7F6-B498-43B3-948B-1728B52AA6E4}">
                <adec:decorative xmlns:adec="http://schemas.microsoft.com/office/drawing/2017/decorative" val="1"/>
              </a:ext>
            </a:extLst>
          </p:cNvPr>
          <p:cNvGrpSpPr/>
          <p:nvPr userDrawn="1"/>
        </p:nvGrpSpPr>
        <p:grpSpPr>
          <a:xfrm>
            <a:off x="1872910" y="2903401"/>
            <a:ext cx="8858463" cy="174171"/>
            <a:chOff x="1835966" y="4162015"/>
            <a:chExt cx="8858463" cy="174171"/>
          </a:xfrm>
        </p:grpSpPr>
        <p:sp>
          <p:nvSpPr>
            <p:cNvPr id="135" name="Oval 234">
              <a:extLst>
                <a:ext uri="{FF2B5EF4-FFF2-40B4-BE49-F238E27FC236}">
                  <a16:creationId xmlns:a16="http://schemas.microsoft.com/office/drawing/2014/main" id="{09B4CFFD-0C29-4685-915E-4DC40D4DFD91}"/>
                </a:ext>
                <a:ext uri="{C183D7F6-B498-43B3-948B-1728B52AA6E4}">
                  <adec:decorative xmlns:adec="http://schemas.microsoft.com/office/drawing/2017/decorative" val="1"/>
                </a:ext>
              </a:extLst>
            </p:cNvPr>
            <p:cNvSpPr/>
            <p:nvPr userDrawn="1"/>
          </p:nvSpPr>
          <p:spPr>
            <a:xfrm>
              <a:off x="183596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36" name="Oval 236">
              <a:extLst>
                <a:ext uri="{FF2B5EF4-FFF2-40B4-BE49-F238E27FC236}">
                  <a16:creationId xmlns:a16="http://schemas.microsoft.com/office/drawing/2014/main" id="{736381B7-7D05-4040-9A1B-1918415768F3}"/>
                </a:ext>
                <a:ext uri="{C183D7F6-B498-43B3-948B-1728B52AA6E4}">
                  <adec:decorative xmlns:adec="http://schemas.microsoft.com/office/drawing/2017/decorative" val="1"/>
                </a:ext>
              </a:extLst>
            </p:cNvPr>
            <p:cNvSpPr/>
            <p:nvPr userDrawn="1"/>
          </p:nvSpPr>
          <p:spPr>
            <a:xfrm>
              <a:off x="2625447"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37" name="Oval 238">
              <a:extLst>
                <a:ext uri="{FF2B5EF4-FFF2-40B4-BE49-F238E27FC236}">
                  <a16:creationId xmlns:a16="http://schemas.microsoft.com/office/drawing/2014/main" id="{4F77152F-41F4-45EC-B530-B38C5111C2BA}"/>
                </a:ext>
                <a:ext uri="{C183D7F6-B498-43B3-948B-1728B52AA6E4}">
                  <adec:decorative xmlns:adec="http://schemas.microsoft.com/office/drawing/2017/decorative" val="1"/>
                </a:ext>
              </a:extLst>
            </p:cNvPr>
            <p:cNvSpPr/>
            <p:nvPr userDrawn="1"/>
          </p:nvSpPr>
          <p:spPr>
            <a:xfrm>
              <a:off x="341492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38" name="Oval 240">
              <a:extLst>
                <a:ext uri="{FF2B5EF4-FFF2-40B4-BE49-F238E27FC236}">
                  <a16:creationId xmlns:a16="http://schemas.microsoft.com/office/drawing/2014/main" id="{8FB428D5-0A0E-4CF3-A223-9F4F7B386105}"/>
                </a:ext>
                <a:ext uri="{C183D7F6-B498-43B3-948B-1728B52AA6E4}">
                  <adec:decorative xmlns:adec="http://schemas.microsoft.com/office/drawing/2017/decorative" val="1"/>
                </a:ext>
              </a:extLst>
            </p:cNvPr>
            <p:cNvSpPr/>
            <p:nvPr userDrawn="1"/>
          </p:nvSpPr>
          <p:spPr>
            <a:xfrm>
              <a:off x="4204409"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39" name="Oval 242">
              <a:extLst>
                <a:ext uri="{FF2B5EF4-FFF2-40B4-BE49-F238E27FC236}">
                  <a16:creationId xmlns:a16="http://schemas.microsoft.com/office/drawing/2014/main" id="{A4275727-B33C-4EB0-9E6E-7CE33560321C}"/>
                </a:ext>
                <a:ext uri="{C183D7F6-B498-43B3-948B-1728B52AA6E4}">
                  <adec:decorative xmlns:adec="http://schemas.microsoft.com/office/drawing/2017/decorative" val="1"/>
                </a:ext>
              </a:extLst>
            </p:cNvPr>
            <p:cNvSpPr/>
            <p:nvPr userDrawn="1"/>
          </p:nvSpPr>
          <p:spPr>
            <a:xfrm>
              <a:off x="4993890"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0" name="Oval 244">
              <a:extLst>
                <a:ext uri="{FF2B5EF4-FFF2-40B4-BE49-F238E27FC236}">
                  <a16:creationId xmlns:a16="http://schemas.microsoft.com/office/drawing/2014/main" id="{7998F366-05B2-42D3-9B4E-CD7F91FB9396}"/>
                </a:ext>
                <a:ext uri="{C183D7F6-B498-43B3-948B-1728B52AA6E4}">
                  <adec:decorative xmlns:adec="http://schemas.microsoft.com/office/drawing/2017/decorative" val="1"/>
                </a:ext>
              </a:extLst>
            </p:cNvPr>
            <p:cNvSpPr/>
            <p:nvPr userDrawn="1"/>
          </p:nvSpPr>
          <p:spPr>
            <a:xfrm>
              <a:off x="5783371"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1" name="Oval 246">
              <a:extLst>
                <a:ext uri="{FF2B5EF4-FFF2-40B4-BE49-F238E27FC236}">
                  <a16:creationId xmlns:a16="http://schemas.microsoft.com/office/drawing/2014/main" id="{8593BF6C-17E2-4AB7-85D7-0B93D2376884}"/>
                </a:ext>
                <a:ext uri="{C183D7F6-B498-43B3-948B-1728B52AA6E4}">
                  <adec:decorative xmlns:adec="http://schemas.microsoft.com/office/drawing/2017/decorative" val="1"/>
                </a:ext>
              </a:extLst>
            </p:cNvPr>
            <p:cNvSpPr/>
            <p:nvPr userDrawn="1"/>
          </p:nvSpPr>
          <p:spPr>
            <a:xfrm>
              <a:off x="6572852"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2" name="Oval 248">
              <a:extLst>
                <a:ext uri="{FF2B5EF4-FFF2-40B4-BE49-F238E27FC236}">
                  <a16:creationId xmlns:a16="http://schemas.microsoft.com/office/drawing/2014/main" id="{74F85EBE-E43B-4B81-85F1-89969EC56D55}"/>
                </a:ext>
                <a:ext uri="{C183D7F6-B498-43B3-948B-1728B52AA6E4}">
                  <adec:decorative xmlns:adec="http://schemas.microsoft.com/office/drawing/2017/decorative" val="1"/>
                </a:ext>
              </a:extLst>
            </p:cNvPr>
            <p:cNvSpPr/>
            <p:nvPr userDrawn="1"/>
          </p:nvSpPr>
          <p:spPr>
            <a:xfrm>
              <a:off x="7362333"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3" name="Oval 250">
              <a:extLst>
                <a:ext uri="{FF2B5EF4-FFF2-40B4-BE49-F238E27FC236}">
                  <a16:creationId xmlns:a16="http://schemas.microsoft.com/office/drawing/2014/main" id="{16C21525-8829-45F3-8C9F-05274678E7C1}"/>
                </a:ext>
                <a:ext uri="{C183D7F6-B498-43B3-948B-1728B52AA6E4}">
                  <adec:decorative xmlns:adec="http://schemas.microsoft.com/office/drawing/2017/decorative" val="1"/>
                </a:ext>
              </a:extLst>
            </p:cNvPr>
            <p:cNvSpPr/>
            <p:nvPr userDrawn="1"/>
          </p:nvSpPr>
          <p:spPr>
            <a:xfrm>
              <a:off x="8151814"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4" name="Oval 252">
              <a:extLst>
                <a:ext uri="{FF2B5EF4-FFF2-40B4-BE49-F238E27FC236}">
                  <a16:creationId xmlns:a16="http://schemas.microsoft.com/office/drawing/2014/main" id="{8FFF03BC-2EFF-4AF5-B788-A1FEA5378092}"/>
                </a:ext>
                <a:ext uri="{C183D7F6-B498-43B3-948B-1728B52AA6E4}">
                  <adec:decorative xmlns:adec="http://schemas.microsoft.com/office/drawing/2017/decorative" val="1"/>
                </a:ext>
              </a:extLst>
            </p:cNvPr>
            <p:cNvSpPr/>
            <p:nvPr userDrawn="1"/>
          </p:nvSpPr>
          <p:spPr>
            <a:xfrm>
              <a:off x="8941295" y="4162015"/>
              <a:ext cx="174171" cy="174171"/>
            </a:xfrm>
            <a:prstGeom prst="rect">
              <a:avLst/>
            </a:prstGeom>
            <a:solidFill>
              <a:schemeClr val="accent5">
                <a:lumMod val="50000"/>
              </a:schemeClr>
            </a:solid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5" name="Oval 254">
              <a:extLst>
                <a:ext uri="{FF2B5EF4-FFF2-40B4-BE49-F238E27FC236}">
                  <a16:creationId xmlns:a16="http://schemas.microsoft.com/office/drawing/2014/main" id="{D811BD14-6461-4DD9-9A2C-BFC2C955390B}"/>
                </a:ext>
                <a:ext uri="{C183D7F6-B498-43B3-948B-1728B52AA6E4}">
                  <adec:decorative xmlns:adec="http://schemas.microsoft.com/office/drawing/2017/decorative" val="1"/>
                </a:ext>
              </a:extLst>
            </p:cNvPr>
            <p:cNvSpPr/>
            <p:nvPr userDrawn="1"/>
          </p:nvSpPr>
          <p:spPr>
            <a:xfrm>
              <a:off x="9730776"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46" name="Oval 256">
              <a:extLst>
                <a:ext uri="{FF2B5EF4-FFF2-40B4-BE49-F238E27FC236}">
                  <a16:creationId xmlns:a16="http://schemas.microsoft.com/office/drawing/2014/main" id="{929BB859-9DB9-433D-8C7B-91E7FED48B59}"/>
                </a:ext>
                <a:ext uri="{C183D7F6-B498-43B3-948B-1728B52AA6E4}">
                  <adec:decorative xmlns:adec="http://schemas.microsoft.com/office/drawing/2017/decorative" val="1"/>
                </a:ext>
              </a:extLst>
            </p:cNvPr>
            <p:cNvSpPr/>
            <p:nvPr userDrawn="1"/>
          </p:nvSpPr>
          <p:spPr>
            <a:xfrm>
              <a:off x="10520258" y="4162015"/>
              <a:ext cx="174171" cy="17417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grpSp>
      <p:pic>
        <p:nvPicPr>
          <p:cNvPr id="159" name="圖形 158">
            <a:extLst>
              <a:ext uri="{FF2B5EF4-FFF2-40B4-BE49-F238E27FC236}">
                <a16:creationId xmlns:a16="http://schemas.microsoft.com/office/drawing/2014/main" id="{A24C8354-AD07-4B50-9334-314D6B2B10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6237133"/>
            <a:ext cx="12191999" cy="620867"/>
          </a:xfrm>
          <a:prstGeom prst="rect">
            <a:avLst/>
          </a:prstGeom>
        </p:spPr>
      </p:pic>
      <p:sp>
        <p:nvSpPr>
          <p:cNvPr id="160" name="日期版面配置區 2">
            <a:extLst>
              <a:ext uri="{FF2B5EF4-FFF2-40B4-BE49-F238E27FC236}">
                <a16:creationId xmlns:a16="http://schemas.microsoft.com/office/drawing/2014/main" id="{D3F09D93-A56A-41E4-A3BA-42472B0A3850}"/>
              </a:ext>
            </a:extLst>
          </p:cNvPr>
          <p:cNvSpPr>
            <a:spLocks noGrp="1"/>
          </p:cNvSpPr>
          <p:nvPr>
            <p:ph type="dt" sz="half" idx="10"/>
          </p:nvPr>
        </p:nvSpPr>
        <p:spPr>
          <a:xfrm>
            <a:off x="838200" y="6356350"/>
            <a:ext cx="27432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61" name="頁尾版面配置區 3">
            <a:extLst>
              <a:ext uri="{FF2B5EF4-FFF2-40B4-BE49-F238E27FC236}">
                <a16:creationId xmlns:a16="http://schemas.microsoft.com/office/drawing/2014/main" id="{5951592E-5737-43C9-B6B0-D134076610B8}"/>
              </a:ext>
            </a:extLst>
          </p:cNvPr>
          <p:cNvSpPr>
            <a:spLocks noGrp="1"/>
          </p:cNvSpPr>
          <p:nvPr>
            <p:ph type="ftr" sz="quarter" idx="11"/>
          </p:nvPr>
        </p:nvSpPr>
        <p:spPr>
          <a:xfrm>
            <a:off x="4038600" y="6356350"/>
            <a:ext cx="41148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62" name="投影片編號版面配置區 4">
            <a:extLst>
              <a:ext uri="{FF2B5EF4-FFF2-40B4-BE49-F238E27FC236}">
                <a16:creationId xmlns:a16="http://schemas.microsoft.com/office/drawing/2014/main" id="{3B542197-0399-4FBD-A10C-B97A68AA2A07}"/>
              </a:ext>
            </a:extLst>
          </p:cNvPr>
          <p:cNvSpPr>
            <a:spLocks noGrp="1"/>
          </p:cNvSpPr>
          <p:nvPr>
            <p:ph type="sldNum" sz="quarter" idx="12"/>
          </p:nvPr>
        </p:nvSpPr>
        <p:spPr>
          <a:xfrm>
            <a:off x="8610600" y="6356350"/>
            <a:ext cx="2743200" cy="365125"/>
          </a:xfrm>
          <a:prstGeom prst="rect">
            <a:avLst/>
          </a:prstGeom>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3706256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財務">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96D4A-16D3-4C35-A383-2DF039D54CF4}"/>
              </a:ext>
            </a:extLst>
          </p:cNvPr>
          <p:cNvSpPr>
            <a:spLocks noGrp="1"/>
          </p:cNvSpPr>
          <p:nvPr>
            <p:ph type="title" hasCustomPrompt="1"/>
          </p:nvPr>
        </p:nvSpPr>
        <p:spPr>
          <a:xfrm>
            <a:off x="819728" y="317739"/>
            <a:ext cx="4114800" cy="623923"/>
          </a:xfrm>
          <a:prstGeom prst="rect">
            <a:avLst/>
          </a:prstGeom>
        </p:spPr>
        <p:txBody>
          <a:bodyPr rtlCol="0" anchor="ctr"/>
          <a:lstStyle>
            <a:lvl1pPr>
              <a:defRPr sz="2400" cap="all" spc="100" baseline="0">
                <a:solidFill>
                  <a:schemeClr val="tx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0" name="內容版面配置區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914400" y="905856"/>
            <a:ext cx="5759450" cy="5047269"/>
          </a:xfrm>
          <a:prstGeom prst="rect">
            <a:avLst/>
          </a:prstGeom>
        </p:spPr>
        <p:txBody>
          <a:bodyPr rtlCol="0"/>
          <a:lstStyle>
            <a:lvl1pPr marL="0" indent="0">
              <a:buNone/>
              <a:defRPr sz="1800" cap="all" baseline="0">
                <a:solidFill>
                  <a:schemeClr val="accent5">
                    <a:lumMod val="50000"/>
                  </a:schemeClr>
                </a:solidFill>
                <a:latin typeface="Microsoft JhengHei UI" panose="020B0604030504040204" pitchFamily="34" charset="-120"/>
                <a:ea typeface="Microsoft JhengHei UI" panose="020B0604030504040204" pitchFamily="34" charset="-120"/>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rtl="0"/>
            <a:r>
              <a:rPr lang="zh-TW" altLang="en-US" noProof="0"/>
              <a:t>按一下以新增內容</a:t>
            </a:r>
          </a:p>
        </p:txBody>
      </p:sp>
      <p:sp>
        <p:nvSpPr>
          <p:cNvPr id="3" name="日期版面配置區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8" name="圖片版面配置區 8">
            <a:extLst>
              <a:ext uri="{FF2B5EF4-FFF2-40B4-BE49-F238E27FC236}">
                <a16:creationId xmlns:a16="http://schemas.microsoft.com/office/drawing/2014/main" id="{A6BF61C1-4A8C-44D4-901D-E065B7B42A25}"/>
              </a:ext>
            </a:extLst>
          </p:cNvPr>
          <p:cNvSpPr>
            <a:spLocks noGrp="1"/>
          </p:cNvSpPr>
          <p:nvPr>
            <p:ph type="pic" sz="quarter" idx="14" hasCustomPrompt="1"/>
          </p:nvPr>
        </p:nvSpPr>
        <p:spPr>
          <a:xfrm>
            <a:off x="7598229" y="0"/>
            <a:ext cx="4593770"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5" name="投影片編號版面配置區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378806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我們的小組 4-Up">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7726902C-381D-4629-AF04-0689A76C513B}"/>
              </a:ext>
              <a:ext uri="{C183D7F6-B498-43B3-948B-1728B52AA6E4}">
                <adec:decorative xmlns:adec="http://schemas.microsoft.com/office/drawing/2017/decorative" val="1"/>
              </a:ext>
            </a:extLst>
          </p:cNvPr>
          <p:cNvSpPr/>
          <p:nvPr userDrawn="1"/>
        </p:nvSpPr>
        <p:spPr>
          <a:xfrm>
            <a:off x="-1" y="4354286"/>
            <a:ext cx="12192001" cy="2503713"/>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F480C3F3-53A4-4049-96CE-C6C4EB9DA62C}"/>
              </a:ext>
            </a:extLst>
          </p:cNvPr>
          <p:cNvSpPr>
            <a:spLocks noGrp="1"/>
          </p:cNvSpPr>
          <p:nvPr>
            <p:ph type="title" hasCustomPrompt="1"/>
          </p:nvPr>
        </p:nvSpPr>
        <p:spPr>
          <a:xfrm>
            <a:off x="4038600" y="544286"/>
            <a:ext cx="4114800" cy="747929"/>
          </a:xfrm>
          <a:prstGeom prst="rect">
            <a:avLst/>
          </a:prstGeom>
        </p:spPr>
        <p:txBody>
          <a:bodyPr rtlCol="0" anchor="ctr"/>
          <a:lstStyle>
            <a:lvl1pPr algn="ct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0" name="圖片版面配置區 9">
            <a:extLst>
              <a:ext uri="{FF2B5EF4-FFF2-40B4-BE49-F238E27FC236}">
                <a16:creationId xmlns:a16="http://schemas.microsoft.com/office/drawing/2014/main" id="{3F669E6E-28BD-4FC9-BFB3-B42707D25AE2}"/>
              </a:ext>
            </a:extLst>
          </p:cNvPr>
          <p:cNvSpPr>
            <a:spLocks noGrp="1"/>
          </p:cNvSpPr>
          <p:nvPr>
            <p:ph type="pic" sz="quarter" idx="14" hasCustomPrompt="1"/>
          </p:nvPr>
        </p:nvSpPr>
        <p:spPr>
          <a:xfrm>
            <a:off x="897731" y="2427897"/>
            <a:ext cx="2099702" cy="2115227"/>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4" name="文字版面配置區 10">
            <a:extLst>
              <a:ext uri="{FF2B5EF4-FFF2-40B4-BE49-F238E27FC236}">
                <a16:creationId xmlns:a16="http://schemas.microsoft.com/office/drawing/2014/main" id="{B0CE1D3C-6E95-41C8-9202-B6BACEA97CBA}"/>
              </a:ext>
            </a:extLst>
          </p:cNvPr>
          <p:cNvSpPr>
            <a:spLocks noGrp="1"/>
          </p:cNvSpPr>
          <p:nvPr>
            <p:ph type="body" sz="quarter" idx="18" hasCustomPrompt="1"/>
          </p:nvPr>
        </p:nvSpPr>
        <p:spPr>
          <a:xfrm>
            <a:off x="703729" y="4731112"/>
            <a:ext cx="2487705" cy="531393"/>
          </a:xfrm>
          <a:prstGeom prst="rect">
            <a:avLst/>
          </a:prstGeom>
        </p:spPr>
        <p:txBody>
          <a:bodyPr rtlCol="0" anchor="b"/>
          <a:lstStyle>
            <a:lvl1pPr marL="0" indent="0" algn="ctr">
              <a:buNone/>
              <a:defRPr sz="18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15" name="文字版面配置區 10">
            <a:extLst>
              <a:ext uri="{FF2B5EF4-FFF2-40B4-BE49-F238E27FC236}">
                <a16:creationId xmlns:a16="http://schemas.microsoft.com/office/drawing/2014/main" id="{A90F4B16-F669-4D35-8B6D-5DE38097DD9A}"/>
              </a:ext>
            </a:extLst>
          </p:cNvPr>
          <p:cNvSpPr>
            <a:spLocks noGrp="1"/>
          </p:cNvSpPr>
          <p:nvPr>
            <p:ph type="body" sz="quarter" idx="19" hasCustomPrompt="1"/>
          </p:nvPr>
        </p:nvSpPr>
        <p:spPr>
          <a:xfrm>
            <a:off x="703728" y="5199750"/>
            <a:ext cx="2487705" cy="531393"/>
          </a:xfrm>
          <a:prstGeom prst="rect">
            <a:avLst/>
          </a:prstGeom>
        </p:spPr>
        <p:txBody>
          <a:bodyPr rtlCol="0" anchor="t"/>
          <a:lstStyle>
            <a:lvl1pPr marL="0" indent="0" algn="ctr">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17" name="矩形 16">
            <a:extLst>
              <a:ext uri="{FF2B5EF4-FFF2-40B4-BE49-F238E27FC236}">
                <a16:creationId xmlns:a16="http://schemas.microsoft.com/office/drawing/2014/main" id="{E90D56BE-BB71-4ADC-B308-883B7BB63CDE}"/>
              </a:ext>
              <a:ext uri="{C183D7F6-B498-43B3-948B-1728B52AA6E4}">
                <adec:decorative xmlns:adec="http://schemas.microsoft.com/office/drawing/2017/decorative" val="1"/>
              </a:ext>
            </a:extLst>
          </p:cNvPr>
          <p:cNvSpPr/>
          <p:nvPr userDrawn="1"/>
        </p:nvSpPr>
        <p:spPr>
          <a:xfrm>
            <a:off x="703729" y="2239910"/>
            <a:ext cx="2487706"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18" name="圖片版面配置區 9">
            <a:extLst>
              <a:ext uri="{FF2B5EF4-FFF2-40B4-BE49-F238E27FC236}">
                <a16:creationId xmlns:a16="http://schemas.microsoft.com/office/drawing/2014/main" id="{24532133-7BD7-49DF-96C1-B4A992CE4DF0}"/>
              </a:ext>
            </a:extLst>
          </p:cNvPr>
          <p:cNvSpPr>
            <a:spLocks noGrp="1"/>
          </p:cNvSpPr>
          <p:nvPr>
            <p:ph type="pic" sz="quarter" idx="20" hasCustomPrompt="1"/>
          </p:nvPr>
        </p:nvSpPr>
        <p:spPr>
          <a:xfrm>
            <a:off x="3667826" y="2427897"/>
            <a:ext cx="2099702" cy="2115227"/>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9" name="矩形 18">
            <a:extLst>
              <a:ext uri="{FF2B5EF4-FFF2-40B4-BE49-F238E27FC236}">
                <a16:creationId xmlns:a16="http://schemas.microsoft.com/office/drawing/2014/main" id="{4AF4F5B9-821C-4A57-B5E2-055949CECC07}"/>
              </a:ext>
              <a:ext uri="{C183D7F6-B498-43B3-948B-1728B52AA6E4}">
                <adec:decorative xmlns:adec="http://schemas.microsoft.com/office/drawing/2017/decorative" val="1"/>
              </a:ext>
            </a:extLst>
          </p:cNvPr>
          <p:cNvSpPr/>
          <p:nvPr userDrawn="1"/>
        </p:nvSpPr>
        <p:spPr>
          <a:xfrm>
            <a:off x="3473824" y="2239910"/>
            <a:ext cx="2487706"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6" name="文字版面配置區 10">
            <a:extLst>
              <a:ext uri="{FF2B5EF4-FFF2-40B4-BE49-F238E27FC236}">
                <a16:creationId xmlns:a16="http://schemas.microsoft.com/office/drawing/2014/main" id="{63893EB3-C98E-4A69-A71C-7C922128375E}"/>
              </a:ext>
            </a:extLst>
          </p:cNvPr>
          <p:cNvSpPr>
            <a:spLocks noGrp="1"/>
          </p:cNvSpPr>
          <p:nvPr>
            <p:ph type="body" sz="quarter" idx="23" hasCustomPrompt="1"/>
          </p:nvPr>
        </p:nvSpPr>
        <p:spPr>
          <a:xfrm>
            <a:off x="3473826" y="4731112"/>
            <a:ext cx="2487705" cy="531393"/>
          </a:xfrm>
          <a:prstGeom prst="rect">
            <a:avLst/>
          </a:prstGeom>
        </p:spPr>
        <p:txBody>
          <a:bodyPr rtlCol="0" anchor="b"/>
          <a:lstStyle>
            <a:lvl1pPr marL="0" indent="0" algn="ctr">
              <a:buNone/>
              <a:defRPr sz="18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27" name="文字版面配置區 10">
            <a:extLst>
              <a:ext uri="{FF2B5EF4-FFF2-40B4-BE49-F238E27FC236}">
                <a16:creationId xmlns:a16="http://schemas.microsoft.com/office/drawing/2014/main" id="{5D0352AF-E877-45F2-9868-A8A1E017A91E}"/>
              </a:ext>
            </a:extLst>
          </p:cNvPr>
          <p:cNvSpPr>
            <a:spLocks noGrp="1"/>
          </p:cNvSpPr>
          <p:nvPr>
            <p:ph type="body" sz="quarter" idx="24" hasCustomPrompt="1"/>
          </p:nvPr>
        </p:nvSpPr>
        <p:spPr>
          <a:xfrm>
            <a:off x="3473825" y="5199750"/>
            <a:ext cx="2487705" cy="531393"/>
          </a:xfrm>
          <a:prstGeom prst="rect">
            <a:avLst/>
          </a:prstGeom>
        </p:spPr>
        <p:txBody>
          <a:bodyPr rtlCol="0" anchor="t"/>
          <a:lstStyle>
            <a:lvl1pPr marL="0" indent="0" algn="ctr">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20" name="圖片版面配置區 9">
            <a:extLst>
              <a:ext uri="{FF2B5EF4-FFF2-40B4-BE49-F238E27FC236}">
                <a16:creationId xmlns:a16="http://schemas.microsoft.com/office/drawing/2014/main" id="{750DAF93-603B-44B6-99DC-79A63DC3A1F4}"/>
              </a:ext>
            </a:extLst>
          </p:cNvPr>
          <p:cNvSpPr>
            <a:spLocks noGrp="1"/>
          </p:cNvSpPr>
          <p:nvPr>
            <p:ph type="pic" sz="quarter" idx="21" hasCustomPrompt="1"/>
          </p:nvPr>
        </p:nvSpPr>
        <p:spPr>
          <a:xfrm>
            <a:off x="6437921" y="2427897"/>
            <a:ext cx="2099702" cy="2115227"/>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21" name="矩形 20">
            <a:extLst>
              <a:ext uri="{FF2B5EF4-FFF2-40B4-BE49-F238E27FC236}">
                <a16:creationId xmlns:a16="http://schemas.microsoft.com/office/drawing/2014/main" id="{C372AD67-26BA-4843-BAFE-B661A05BBE9D}"/>
              </a:ext>
              <a:ext uri="{C183D7F6-B498-43B3-948B-1728B52AA6E4}">
                <adec:decorative xmlns:adec="http://schemas.microsoft.com/office/drawing/2017/decorative" val="1"/>
              </a:ext>
            </a:extLst>
          </p:cNvPr>
          <p:cNvSpPr/>
          <p:nvPr userDrawn="1"/>
        </p:nvSpPr>
        <p:spPr>
          <a:xfrm>
            <a:off x="6243919" y="2239910"/>
            <a:ext cx="2487706"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5" name="矩形 24">
            <a:extLst>
              <a:ext uri="{FF2B5EF4-FFF2-40B4-BE49-F238E27FC236}">
                <a16:creationId xmlns:a16="http://schemas.microsoft.com/office/drawing/2014/main" id="{FE0EAD7F-FBD0-4EA0-A7E7-5E65604B4716}"/>
              </a:ext>
              <a:ext uri="{C183D7F6-B498-43B3-948B-1728B52AA6E4}">
                <adec:decorative xmlns:adec="http://schemas.microsoft.com/office/drawing/2017/decorative" val="1"/>
              </a:ext>
            </a:extLst>
          </p:cNvPr>
          <p:cNvSpPr/>
          <p:nvPr userDrawn="1"/>
        </p:nvSpPr>
        <p:spPr>
          <a:xfrm>
            <a:off x="9014014" y="2239910"/>
            <a:ext cx="2487706" cy="2491201"/>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8" name="文字版面配置區 10">
            <a:extLst>
              <a:ext uri="{FF2B5EF4-FFF2-40B4-BE49-F238E27FC236}">
                <a16:creationId xmlns:a16="http://schemas.microsoft.com/office/drawing/2014/main" id="{DA3EAA29-D608-4031-9C0E-0610D1886CA5}"/>
              </a:ext>
            </a:extLst>
          </p:cNvPr>
          <p:cNvSpPr>
            <a:spLocks noGrp="1"/>
          </p:cNvSpPr>
          <p:nvPr>
            <p:ph type="body" sz="quarter" idx="25" hasCustomPrompt="1"/>
          </p:nvPr>
        </p:nvSpPr>
        <p:spPr>
          <a:xfrm>
            <a:off x="6243921" y="4731112"/>
            <a:ext cx="2487705" cy="531393"/>
          </a:xfrm>
          <a:prstGeom prst="rect">
            <a:avLst/>
          </a:prstGeom>
        </p:spPr>
        <p:txBody>
          <a:bodyPr rtlCol="0" anchor="b"/>
          <a:lstStyle>
            <a:lvl1pPr marL="0" indent="0" algn="ctr">
              <a:buNone/>
              <a:defRPr sz="18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29" name="文字版面配置區 10">
            <a:extLst>
              <a:ext uri="{FF2B5EF4-FFF2-40B4-BE49-F238E27FC236}">
                <a16:creationId xmlns:a16="http://schemas.microsoft.com/office/drawing/2014/main" id="{1DC4676B-9880-4C33-A8A2-88FB0944CF3B}"/>
              </a:ext>
            </a:extLst>
          </p:cNvPr>
          <p:cNvSpPr>
            <a:spLocks noGrp="1"/>
          </p:cNvSpPr>
          <p:nvPr>
            <p:ph type="body" sz="quarter" idx="26" hasCustomPrompt="1"/>
          </p:nvPr>
        </p:nvSpPr>
        <p:spPr>
          <a:xfrm>
            <a:off x="6243920" y="5199750"/>
            <a:ext cx="2487705" cy="531393"/>
          </a:xfrm>
          <a:prstGeom prst="rect">
            <a:avLst/>
          </a:prstGeom>
        </p:spPr>
        <p:txBody>
          <a:bodyPr rtlCol="0" anchor="t"/>
          <a:lstStyle>
            <a:lvl1pPr marL="0" indent="0" algn="ctr">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24" name="圖片版面配置區 9">
            <a:extLst>
              <a:ext uri="{FF2B5EF4-FFF2-40B4-BE49-F238E27FC236}">
                <a16:creationId xmlns:a16="http://schemas.microsoft.com/office/drawing/2014/main" id="{AF6D479F-D265-4CD5-88BE-FC37AFC5FF4B}"/>
              </a:ext>
            </a:extLst>
          </p:cNvPr>
          <p:cNvSpPr>
            <a:spLocks noGrp="1"/>
          </p:cNvSpPr>
          <p:nvPr>
            <p:ph type="pic" sz="quarter" idx="22" hasCustomPrompt="1"/>
          </p:nvPr>
        </p:nvSpPr>
        <p:spPr>
          <a:xfrm>
            <a:off x="9208016" y="2427897"/>
            <a:ext cx="2099702" cy="2115227"/>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30" name="文字版面配置區 10">
            <a:extLst>
              <a:ext uri="{FF2B5EF4-FFF2-40B4-BE49-F238E27FC236}">
                <a16:creationId xmlns:a16="http://schemas.microsoft.com/office/drawing/2014/main" id="{ED618ADF-296A-4300-A8AE-A1837B390A9F}"/>
              </a:ext>
            </a:extLst>
          </p:cNvPr>
          <p:cNvSpPr>
            <a:spLocks noGrp="1"/>
          </p:cNvSpPr>
          <p:nvPr>
            <p:ph type="body" sz="quarter" idx="27" hasCustomPrompt="1"/>
          </p:nvPr>
        </p:nvSpPr>
        <p:spPr>
          <a:xfrm>
            <a:off x="9014015" y="4731112"/>
            <a:ext cx="2487705" cy="531393"/>
          </a:xfrm>
          <a:prstGeom prst="rect">
            <a:avLst/>
          </a:prstGeom>
        </p:spPr>
        <p:txBody>
          <a:bodyPr rtlCol="0" anchor="b"/>
          <a:lstStyle>
            <a:lvl1pPr marL="0" indent="0" algn="ctr">
              <a:buNone/>
              <a:defRPr sz="18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31" name="文字版面配置區 10">
            <a:extLst>
              <a:ext uri="{FF2B5EF4-FFF2-40B4-BE49-F238E27FC236}">
                <a16:creationId xmlns:a16="http://schemas.microsoft.com/office/drawing/2014/main" id="{CA503612-3331-4786-8298-4A1E0C1C75DD}"/>
              </a:ext>
            </a:extLst>
          </p:cNvPr>
          <p:cNvSpPr>
            <a:spLocks noGrp="1"/>
          </p:cNvSpPr>
          <p:nvPr>
            <p:ph type="body" sz="quarter" idx="28" hasCustomPrompt="1"/>
          </p:nvPr>
        </p:nvSpPr>
        <p:spPr>
          <a:xfrm>
            <a:off x="9014014" y="5199750"/>
            <a:ext cx="2487705" cy="531393"/>
          </a:xfrm>
          <a:prstGeom prst="rect">
            <a:avLst/>
          </a:prstGeom>
        </p:spPr>
        <p:txBody>
          <a:bodyPr rtlCol="0" anchor="t"/>
          <a:lstStyle>
            <a:lvl1pPr marL="0" indent="0" algn="ctr">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3" name="日期版面配置區 2">
            <a:extLst>
              <a:ext uri="{FF2B5EF4-FFF2-40B4-BE49-F238E27FC236}">
                <a16:creationId xmlns:a16="http://schemas.microsoft.com/office/drawing/2014/main" id="{75A1D0F5-2B0B-4318-B5DC-AECB09851E41}"/>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E63A8939-F5BE-47FA-AE2F-AF66C45B1355}"/>
              </a:ext>
            </a:extLst>
          </p:cNvPr>
          <p:cNvSpPr>
            <a:spLocks noGrp="1"/>
          </p:cNvSpPr>
          <p:nvPr>
            <p:ph type="ftr" sz="quarter" idx="11"/>
          </p:nvPr>
        </p:nvSpPr>
        <p:spPr>
          <a:xfrm>
            <a:off x="4038600" y="6356350"/>
            <a:ext cx="41148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798A3F37-FB91-4420-832B-EA39AE37BFF9}"/>
              </a:ext>
            </a:extLst>
          </p:cNvPr>
          <p:cNvSpPr>
            <a:spLocks noGrp="1"/>
          </p:cNvSpPr>
          <p:nvPr>
            <p:ph type="sldNum" sz="quarter" idx="12"/>
          </p:nvPr>
        </p:nvSpPr>
        <p:spPr>
          <a:xfrm>
            <a:off x="86106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7232596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我們的小組 8-Up">
    <p:spTree>
      <p:nvGrpSpPr>
        <p:cNvPr id="1" name=""/>
        <p:cNvGrpSpPr/>
        <p:nvPr/>
      </p:nvGrpSpPr>
      <p:grpSpPr>
        <a:xfrm>
          <a:off x="0" y="0"/>
          <a:ext cx="0" cy="0"/>
          <a:chOff x="0" y="0"/>
          <a:chExt cx="0" cy="0"/>
        </a:xfrm>
      </p:grpSpPr>
      <p:sp>
        <p:nvSpPr>
          <p:cNvPr id="77" name="矩形 76">
            <a:extLst>
              <a:ext uri="{FF2B5EF4-FFF2-40B4-BE49-F238E27FC236}">
                <a16:creationId xmlns:a16="http://schemas.microsoft.com/office/drawing/2014/main" id="{B70B2057-9B78-4391-A15F-27A41A72F11D}"/>
              </a:ext>
              <a:ext uri="{C183D7F6-B498-43B3-948B-1728B52AA6E4}">
                <adec:decorative xmlns:adec="http://schemas.microsoft.com/office/drawing/2017/decorative" val="1"/>
              </a:ext>
            </a:extLst>
          </p:cNvPr>
          <p:cNvSpPr/>
          <p:nvPr userDrawn="1"/>
        </p:nvSpPr>
        <p:spPr>
          <a:xfrm>
            <a:off x="-1" y="4354286"/>
            <a:ext cx="12192001" cy="2503713"/>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9AB059CD-37AB-48A3-9976-0B38FF7A5A95}"/>
              </a:ext>
            </a:extLst>
          </p:cNvPr>
          <p:cNvSpPr>
            <a:spLocks noGrp="1"/>
          </p:cNvSpPr>
          <p:nvPr>
            <p:ph type="title" hasCustomPrompt="1"/>
          </p:nvPr>
        </p:nvSpPr>
        <p:spPr>
          <a:xfrm>
            <a:off x="4097106" y="589720"/>
            <a:ext cx="4006114" cy="657784"/>
          </a:xfrm>
          <a:prstGeom prst="rect">
            <a:avLst/>
          </a:prstGeom>
        </p:spPr>
        <p:txBody>
          <a:bodyPr rtlCol="0" anchor="ctr"/>
          <a:lstStyle>
            <a:lvl1pPr algn="ct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0" name="圖片版面配置區 9">
            <a:extLst>
              <a:ext uri="{FF2B5EF4-FFF2-40B4-BE49-F238E27FC236}">
                <a16:creationId xmlns:a16="http://schemas.microsoft.com/office/drawing/2014/main" id="{236E0B0A-0B1B-438D-8971-570ACA956B88}"/>
              </a:ext>
            </a:extLst>
          </p:cNvPr>
          <p:cNvSpPr>
            <a:spLocks noGrp="1"/>
          </p:cNvSpPr>
          <p:nvPr>
            <p:ph type="pic" sz="quarter" idx="14" hasCustomPrompt="1"/>
          </p:nvPr>
        </p:nvSpPr>
        <p:spPr>
          <a:xfrm>
            <a:off x="1564029" y="186203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1" name="矩形 10">
            <a:extLst>
              <a:ext uri="{FF2B5EF4-FFF2-40B4-BE49-F238E27FC236}">
                <a16:creationId xmlns:a16="http://schemas.microsoft.com/office/drawing/2014/main" id="{21FB8438-2DA4-4B23-ACCD-3DEADF3E753E}"/>
              </a:ext>
              <a:ext uri="{C183D7F6-B498-43B3-948B-1728B52AA6E4}">
                <adec:decorative xmlns:adec="http://schemas.microsoft.com/office/drawing/2017/decorative" val="1"/>
              </a:ext>
            </a:extLst>
          </p:cNvPr>
          <p:cNvSpPr/>
          <p:nvPr userDrawn="1"/>
        </p:nvSpPr>
        <p:spPr>
          <a:xfrm>
            <a:off x="1449156" y="171914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46" name="文字版面配置區 10">
            <a:extLst>
              <a:ext uri="{FF2B5EF4-FFF2-40B4-BE49-F238E27FC236}">
                <a16:creationId xmlns:a16="http://schemas.microsoft.com/office/drawing/2014/main" id="{3E63EE1F-208F-40D0-9307-47F66C8581BD}"/>
              </a:ext>
            </a:extLst>
          </p:cNvPr>
          <p:cNvSpPr>
            <a:spLocks noGrp="1"/>
          </p:cNvSpPr>
          <p:nvPr>
            <p:ph type="body" sz="quarter" idx="22" hasCustomPrompt="1"/>
          </p:nvPr>
        </p:nvSpPr>
        <p:spPr>
          <a:xfrm>
            <a:off x="1028073" y="321268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47" name="文字版面配置區 10">
            <a:extLst>
              <a:ext uri="{FF2B5EF4-FFF2-40B4-BE49-F238E27FC236}">
                <a16:creationId xmlns:a16="http://schemas.microsoft.com/office/drawing/2014/main" id="{40F7C878-62A1-4A30-AA27-C5F502C8D315}"/>
              </a:ext>
            </a:extLst>
          </p:cNvPr>
          <p:cNvSpPr>
            <a:spLocks noGrp="1"/>
          </p:cNvSpPr>
          <p:nvPr>
            <p:ph type="body" sz="quarter" idx="23" hasCustomPrompt="1"/>
          </p:nvPr>
        </p:nvSpPr>
        <p:spPr>
          <a:xfrm>
            <a:off x="1028073" y="349627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48" name="圖片版面配置區 9">
            <a:extLst>
              <a:ext uri="{FF2B5EF4-FFF2-40B4-BE49-F238E27FC236}">
                <a16:creationId xmlns:a16="http://schemas.microsoft.com/office/drawing/2014/main" id="{5D495D18-EB49-4AD5-A7EE-1E6D2496B69A}"/>
              </a:ext>
            </a:extLst>
          </p:cNvPr>
          <p:cNvSpPr>
            <a:spLocks noGrp="1"/>
          </p:cNvSpPr>
          <p:nvPr>
            <p:ph type="pic" sz="quarter" idx="24" hasCustomPrompt="1"/>
          </p:nvPr>
        </p:nvSpPr>
        <p:spPr>
          <a:xfrm>
            <a:off x="4211979" y="186203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49" name="矩形 48">
            <a:extLst>
              <a:ext uri="{FF2B5EF4-FFF2-40B4-BE49-F238E27FC236}">
                <a16:creationId xmlns:a16="http://schemas.microsoft.com/office/drawing/2014/main" id="{9248BBAE-0CA8-464A-A4E0-AB7D697DA0F5}"/>
              </a:ext>
              <a:ext uri="{C183D7F6-B498-43B3-948B-1728B52AA6E4}">
                <adec:decorative xmlns:adec="http://schemas.microsoft.com/office/drawing/2017/decorative" val="1"/>
              </a:ext>
            </a:extLst>
          </p:cNvPr>
          <p:cNvSpPr/>
          <p:nvPr userDrawn="1"/>
        </p:nvSpPr>
        <p:spPr>
          <a:xfrm>
            <a:off x="4097106" y="171914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50" name="文字版面配置區 10">
            <a:extLst>
              <a:ext uri="{FF2B5EF4-FFF2-40B4-BE49-F238E27FC236}">
                <a16:creationId xmlns:a16="http://schemas.microsoft.com/office/drawing/2014/main" id="{03551339-A94F-4674-8165-3BFA78946D07}"/>
              </a:ext>
            </a:extLst>
          </p:cNvPr>
          <p:cNvSpPr>
            <a:spLocks noGrp="1"/>
          </p:cNvSpPr>
          <p:nvPr>
            <p:ph type="body" sz="quarter" idx="25" hasCustomPrompt="1"/>
          </p:nvPr>
        </p:nvSpPr>
        <p:spPr>
          <a:xfrm>
            <a:off x="3676023" y="321268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51" name="文字版面配置區 10">
            <a:extLst>
              <a:ext uri="{FF2B5EF4-FFF2-40B4-BE49-F238E27FC236}">
                <a16:creationId xmlns:a16="http://schemas.microsoft.com/office/drawing/2014/main" id="{D1839C5B-C216-4FB8-A285-4D99AF56E826}"/>
              </a:ext>
            </a:extLst>
          </p:cNvPr>
          <p:cNvSpPr>
            <a:spLocks noGrp="1"/>
          </p:cNvSpPr>
          <p:nvPr>
            <p:ph type="body" sz="quarter" idx="26" hasCustomPrompt="1"/>
          </p:nvPr>
        </p:nvSpPr>
        <p:spPr>
          <a:xfrm>
            <a:off x="3676023" y="349627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52" name="圖片版面配置區 9">
            <a:extLst>
              <a:ext uri="{FF2B5EF4-FFF2-40B4-BE49-F238E27FC236}">
                <a16:creationId xmlns:a16="http://schemas.microsoft.com/office/drawing/2014/main" id="{ACA22B55-1DD2-4FE6-95FC-D8BC2BBECF0A}"/>
              </a:ext>
            </a:extLst>
          </p:cNvPr>
          <p:cNvSpPr>
            <a:spLocks noGrp="1"/>
          </p:cNvSpPr>
          <p:nvPr>
            <p:ph type="pic" sz="quarter" idx="27" hasCustomPrompt="1"/>
          </p:nvPr>
        </p:nvSpPr>
        <p:spPr>
          <a:xfrm>
            <a:off x="6859928" y="186203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53" name="矩形 52">
            <a:extLst>
              <a:ext uri="{FF2B5EF4-FFF2-40B4-BE49-F238E27FC236}">
                <a16:creationId xmlns:a16="http://schemas.microsoft.com/office/drawing/2014/main" id="{9473BE6D-AE02-42D4-838E-F7916980D8B2}"/>
              </a:ext>
              <a:ext uri="{C183D7F6-B498-43B3-948B-1728B52AA6E4}">
                <adec:decorative xmlns:adec="http://schemas.microsoft.com/office/drawing/2017/decorative" val="1"/>
              </a:ext>
            </a:extLst>
          </p:cNvPr>
          <p:cNvSpPr/>
          <p:nvPr userDrawn="1"/>
        </p:nvSpPr>
        <p:spPr>
          <a:xfrm>
            <a:off x="6745055" y="171914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54" name="文字版面配置區 10">
            <a:extLst>
              <a:ext uri="{FF2B5EF4-FFF2-40B4-BE49-F238E27FC236}">
                <a16:creationId xmlns:a16="http://schemas.microsoft.com/office/drawing/2014/main" id="{35C2A2FE-AA36-4715-97F6-B743D26DE3F2}"/>
              </a:ext>
            </a:extLst>
          </p:cNvPr>
          <p:cNvSpPr>
            <a:spLocks noGrp="1"/>
          </p:cNvSpPr>
          <p:nvPr>
            <p:ph type="body" sz="quarter" idx="28" hasCustomPrompt="1"/>
          </p:nvPr>
        </p:nvSpPr>
        <p:spPr>
          <a:xfrm>
            <a:off x="6323972" y="321268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55" name="文字版面配置區 10">
            <a:extLst>
              <a:ext uri="{FF2B5EF4-FFF2-40B4-BE49-F238E27FC236}">
                <a16:creationId xmlns:a16="http://schemas.microsoft.com/office/drawing/2014/main" id="{B98652DE-F8C8-4EA5-8CDA-9985B636DEA1}"/>
              </a:ext>
            </a:extLst>
          </p:cNvPr>
          <p:cNvSpPr>
            <a:spLocks noGrp="1"/>
          </p:cNvSpPr>
          <p:nvPr>
            <p:ph type="body" sz="quarter" idx="29" hasCustomPrompt="1"/>
          </p:nvPr>
        </p:nvSpPr>
        <p:spPr>
          <a:xfrm>
            <a:off x="6323972" y="349627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56" name="圖片版面配置區 9">
            <a:extLst>
              <a:ext uri="{FF2B5EF4-FFF2-40B4-BE49-F238E27FC236}">
                <a16:creationId xmlns:a16="http://schemas.microsoft.com/office/drawing/2014/main" id="{40C3D084-82F3-4C1C-95E8-56362097EDFB}"/>
              </a:ext>
            </a:extLst>
          </p:cNvPr>
          <p:cNvSpPr>
            <a:spLocks noGrp="1"/>
          </p:cNvSpPr>
          <p:nvPr>
            <p:ph type="pic" sz="quarter" idx="30" hasCustomPrompt="1"/>
          </p:nvPr>
        </p:nvSpPr>
        <p:spPr>
          <a:xfrm>
            <a:off x="9507876" y="1858432"/>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57" name="矩形 56">
            <a:extLst>
              <a:ext uri="{FF2B5EF4-FFF2-40B4-BE49-F238E27FC236}">
                <a16:creationId xmlns:a16="http://schemas.microsoft.com/office/drawing/2014/main" id="{E0EC4B6A-1FAA-43D1-9436-A3BFF08A8493}"/>
              </a:ext>
              <a:ext uri="{C183D7F6-B498-43B3-948B-1728B52AA6E4}">
                <adec:decorative xmlns:adec="http://schemas.microsoft.com/office/drawing/2017/decorative" val="1"/>
              </a:ext>
            </a:extLst>
          </p:cNvPr>
          <p:cNvSpPr/>
          <p:nvPr userDrawn="1"/>
        </p:nvSpPr>
        <p:spPr>
          <a:xfrm>
            <a:off x="9393003" y="1715538"/>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58" name="文字版面配置區 10">
            <a:extLst>
              <a:ext uri="{FF2B5EF4-FFF2-40B4-BE49-F238E27FC236}">
                <a16:creationId xmlns:a16="http://schemas.microsoft.com/office/drawing/2014/main" id="{ABB7ACFA-C6F3-4D7A-A6D8-73035EF164D6}"/>
              </a:ext>
            </a:extLst>
          </p:cNvPr>
          <p:cNvSpPr>
            <a:spLocks noGrp="1"/>
          </p:cNvSpPr>
          <p:nvPr>
            <p:ph type="body" sz="quarter" idx="31" hasCustomPrompt="1"/>
          </p:nvPr>
        </p:nvSpPr>
        <p:spPr>
          <a:xfrm>
            <a:off x="8971920" y="3209081"/>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59" name="文字版面配置區 10">
            <a:extLst>
              <a:ext uri="{FF2B5EF4-FFF2-40B4-BE49-F238E27FC236}">
                <a16:creationId xmlns:a16="http://schemas.microsoft.com/office/drawing/2014/main" id="{F9CBC3B9-EDF1-45E0-BFBF-53888131CBA0}"/>
              </a:ext>
            </a:extLst>
          </p:cNvPr>
          <p:cNvSpPr>
            <a:spLocks noGrp="1"/>
          </p:cNvSpPr>
          <p:nvPr>
            <p:ph type="body" sz="quarter" idx="32" hasCustomPrompt="1"/>
          </p:nvPr>
        </p:nvSpPr>
        <p:spPr>
          <a:xfrm>
            <a:off x="8971920" y="3492671"/>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60" name="圖片版面配置區 9">
            <a:extLst>
              <a:ext uri="{FF2B5EF4-FFF2-40B4-BE49-F238E27FC236}">
                <a16:creationId xmlns:a16="http://schemas.microsoft.com/office/drawing/2014/main" id="{A7D13807-1ECF-4830-AB8D-D33E4F22330E}"/>
              </a:ext>
            </a:extLst>
          </p:cNvPr>
          <p:cNvSpPr>
            <a:spLocks noGrp="1"/>
          </p:cNvSpPr>
          <p:nvPr>
            <p:ph type="pic" sz="quarter" idx="33" hasCustomPrompt="1"/>
          </p:nvPr>
        </p:nvSpPr>
        <p:spPr>
          <a:xfrm>
            <a:off x="1564029" y="412947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61" name="矩形 60">
            <a:extLst>
              <a:ext uri="{FF2B5EF4-FFF2-40B4-BE49-F238E27FC236}">
                <a16:creationId xmlns:a16="http://schemas.microsoft.com/office/drawing/2014/main" id="{40E1F756-2737-4291-8D41-307BFE737E46}"/>
              </a:ext>
              <a:ext uri="{C183D7F6-B498-43B3-948B-1728B52AA6E4}">
                <adec:decorative xmlns:adec="http://schemas.microsoft.com/office/drawing/2017/decorative" val="1"/>
              </a:ext>
            </a:extLst>
          </p:cNvPr>
          <p:cNvSpPr/>
          <p:nvPr userDrawn="1"/>
        </p:nvSpPr>
        <p:spPr>
          <a:xfrm>
            <a:off x="1449156" y="398658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62" name="文字版面配置區 10">
            <a:extLst>
              <a:ext uri="{FF2B5EF4-FFF2-40B4-BE49-F238E27FC236}">
                <a16:creationId xmlns:a16="http://schemas.microsoft.com/office/drawing/2014/main" id="{C5BD35EC-547F-4A42-85C6-E2C94C2A03CE}"/>
              </a:ext>
            </a:extLst>
          </p:cNvPr>
          <p:cNvSpPr>
            <a:spLocks noGrp="1"/>
          </p:cNvSpPr>
          <p:nvPr>
            <p:ph type="body" sz="quarter" idx="34" hasCustomPrompt="1"/>
          </p:nvPr>
        </p:nvSpPr>
        <p:spPr>
          <a:xfrm>
            <a:off x="1028073" y="548012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63" name="文字版面配置區 10">
            <a:extLst>
              <a:ext uri="{FF2B5EF4-FFF2-40B4-BE49-F238E27FC236}">
                <a16:creationId xmlns:a16="http://schemas.microsoft.com/office/drawing/2014/main" id="{D89797D3-65B3-414D-9657-B5DA3934914C}"/>
              </a:ext>
            </a:extLst>
          </p:cNvPr>
          <p:cNvSpPr>
            <a:spLocks noGrp="1"/>
          </p:cNvSpPr>
          <p:nvPr>
            <p:ph type="body" sz="quarter" idx="35" hasCustomPrompt="1"/>
          </p:nvPr>
        </p:nvSpPr>
        <p:spPr>
          <a:xfrm>
            <a:off x="1028073" y="576371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64" name="圖片版面配置區 9">
            <a:extLst>
              <a:ext uri="{FF2B5EF4-FFF2-40B4-BE49-F238E27FC236}">
                <a16:creationId xmlns:a16="http://schemas.microsoft.com/office/drawing/2014/main" id="{280147ED-89CE-475D-A96F-AA7A912E00B8}"/>
              </a:ext>
            </a:extLst>
          </p:cNvPr>
          <p:cNvSpPr>
            <a:spLocks noGrp="1"/>
          </p:cNvSpPr>
          <p:nvPr>
            <p:ph type="pic" sz="quarter" idx="36" hasCustomPrompt="1"/>
          </p:nvPr>
        </p:nvSpPr>
        <p:spPr>
          <a:xfrm>
            <a:off x="4211979" y="412947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65" name="矩形 64">
            <a:extLst>
              <a:ext uri="{FF2B5EF4-FFF2-40B4-BE49-F238E27FC236}">
                <a16:creationId xmlns:a16="http://schemas.microsoft.com/office/drawing/2014/main" id="{B10D74ED-CECE-4A22-B877-966D53821E46}"/>
              </a:ext>
              <a:ext uri="{C183D7F6-B498-43B3-948B-1728B52AA6E4}">
                <adec:decorative xmlns:adec="http://schemas.microsoft.com/office/drawing/2017/decorative" val="1"/>
              </a:ext>
            </a:extLst>
          </p:cNvPr>
          <p:cNvSpPr/>
          <p:nvPr userDrawn="1"/>
        </p:nvSpPr>
        <p:spPr>
          <a:xfrm>
            <a:off x="4097106" y="398658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66" name="文字版面配置區 10">
            <a:extLst>
              <a:ext uri="{FF2B5EF4-FFF2-40B4-BE49-F238E27FC236}">
                <a16:creationId xmlns:a16="http://schemas.microsoft.com/office/drawing/2014/main" id="{0C937A25-DAA7-4478-ADF6-728F4D61897E}"/>
              </a:ext>
            </a:extLst>
          </p:cNvPr>
          <p:cNvSpPr>
            <a:spLocks noGrp="1"/>
          </p:cNvSpPr>
          <p:nvPr>
            <p:ph type="body" sz="quarter" idx="37" hasCustomPrompt="1"/>
          </p:nvPr>
        </p:nvSpPr>
        <p:spPr>
          <a:xfrm>
            <a:off x="3676023" y="548012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67" name="文字版面配置區 10">
            <a:extLst>
              <a:ext uri="{FF2B5EF4-FFF2-40B4-BE49-F238E27FC236}">
                <a16:creationId xmlns:a16="http://schemas.microsoft.com/office/drawing/2014/main" id="{8AB48703-9A4A-440C-9049-7FE889764E5D}"/>
              </a:ext>
            </a:extLst>
          </p:cNvPr>
          <p:cNvSpPr>
            <a:spLocks noGrp="1"/>
          </p:cNvSpPr>
          <p:nvPr>
            <p:ph type="body" sz="quarter" idx="38" hasCustomPrompt="1"/>
          </p:nvPr>
        </p:nvSpPr>
        <p:spPr>
          <a:xfrm>
            <a:off x="3676023" y="576371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68" name="圖片版面配置區 9">
            <a:extLst>
              <a:ext uri="{FF2B5EF4-FFF2-40B4-BE49-F238E27FC236}">
                <a16:creationId xmlns:a16="http://schemas.microsoft.com/office/drawing/2014/main" id="{5D9D5119-D677-47FD-AEEB-49FE4DDEF6B0}"/>
              </a:ext>
            </a:extLst>
          </p:cNvPr>
          <p:cNvSpPr>
            <a:spLocks noGrp="1"/>
          </p:cNvSpPr>
          <p:nvPr>
            <p:ph type="pic" sz="quarter" idx="39" hasCustomPrompt="1"/>
          </p:nvPr>
        </p:nvSpPr>
        <p:spPr>
          <a:xfrm>
            <a:off x="6859928" y="4129478"/>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69" name="矩形 68">
            <a:extLst>
              <a:ext uri="{FF2B5EF4-FFF2-40B4-BE49-F238E27FC236}">
                <a16:creationId xmlns:a16="http://schemas.microsoft.com/office/drawing/2014/main" id="{0AF0F623-CF57-4D6B-87F3-FD410516E16D}"/>
              </a:ext>
              <a:ext uri="{C183D7F6-B498-43B3-948B-1728B52AA6E4}">
                <adec:decorative xmlns:adec="http://schemas.microsoft.com/office/drawing/2017/decorative" val="1"/>
              </a:ext>
            </a:extLst>
          </p:cNvPr>
          <p:cNvSpPr/>
          <p:nvPr userDrawn="1"/>
        </p:nvSpPr>
        <p:spPr>
          <a:xfrm>
            <a:off x="6745055" y="3986584"/>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70" name="文字版面配置區 10">
            <a:extLst>
              <a:ext uri="{FF2B5EF4-FFF2-40B4-BE49-F238E27FC236}">
                <a16:creationId xmlns:a16="http://schemas.microsoft.com/office/drawing/2014/main" id="{3BE3B8C3-ECB9-46D2-B11F-A55699097486}"/>
              </a:ext>
            </a:extLst>
          </p:cNvPr>
          <p:cNvSpPr>
            <a:spLocks noGrp="1"/>
          </p:cNvSpPr>
          <p:nvPr>
            <p:ph type="body" sz="quarter" idx="40" hasCustomPrompt="1"/>
          </p:nvPr>
        </p:nvSpPr>
        <p:spPr>
          <a:xfrm>
            <a:off x="6323972" y="5480127"/>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71" name="文字版面配置區 10">
            <a:extLst>
              <a:ext uri="{FF2B5EF4-FFF2-40B4-BE49-F238E27FC236}">
                <a16:creationId xmlns:a16="http://schemas.microsoft.com/office/drawing/2014/main" id="{FB1EE68D-97FA-4EA4-B792-5AC6C49F9021}"/>
              </a:ext>
            </a:extLst>
          </p:cNvPr>
          <p:cNvSpPr>
            <a:spLocks noGrp="1"/>
          </p:cNvSpPr>
          <p:nvPr>
            <p:ph type="body" sz="quarter" idx="41" hasCustomPrompt="1"/>
          </p:nvPr>
        </p:nvSpPr>
        <p:spPr>
          <a:xfrm>
            <a:off x="6323972" y="5763717"/>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72" name="圖片版面配置區 9">
            <a:extLst>
              <a:ext uri="{FF2B5EF4-FFF2-40B4-BE49-F238E27FC236}">
                <a16:creationId xmlns:a16="http://schemas.microsoft.com/office/drawing/2014/main" id="{7E98343B-32E9-4538-991A-B5EACD651D41}"/>
              </a:ext>
            </a:extLst>
          </p:cNvPr>
          <p:cNvSpPr>
            <a:spLocks noGrp="1"/>
          </p:cNvSpPr>
          <p:nvPr>
            <p:ph type="pic" sz="quarter" idx="42" hasCustomPrompt="1"/>
          </p:nvPr>
        </p:nvSpPr>
        <p:spPr>
          <a:xfrm>
            <a:off x="9507876" y="4125872"/>
            <a:ext cx="1243292" cy="1144666"/>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73" name="矩形 72">
            <a:extLst>
              <a:ext uri="{FF2B5EF4-FFF2-40B4-BE49-F238E27FC236}">
                <a16:creationId xmlns:a16="http://schemas.microsoft.com/office/drawing/2014/main" id="{823CC91A-02A3-4B96-BCEE-76C1D25CCDC3}"/>
              </a:ext>
              <a:ext uri="{C183D7F6-B498-43B3-948B-1728B52AA6E4}">
                <adec:decorative xmlns:adec="http://schemas.microsoft.com/office/drawing/2017/decorative" val="1"/>
              </a:ext>
            </a:extLst>
          </p:cNvPr>
          <p:cNvSpPr/>
          <p:nvPr userDrawn="1"/>
        </p:nvSpPr>
        <p:spPr>
          <a:xfrm>
            <a:off x="9393003" y="3982978"/>
            <a:ext cx="1473039" cy="143045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74" name="文字版面配置區 10">
            <a:extLst>
              <a:ext uri="{FF2B5EF4-FFF2-40B4-BE49-F238E27FC236}">
                <a16:creationId xmlns:a16="http://schemas.microsoft.com/office/drawing/2014/main" id="{DBE2EAAB-674D-41E1-92E6-A7459FEFDAEC}"/>
              </a:ext>
            </a:extLst>
          </p:cNvPr>
          <p:cNvSpPr>
            <a:spLocks noGrp="1"/>
          </p:cNvSpPr>
          <p:nvPr>
            <p:ph type="body" sz="quarter" idx="43" hasCustomPrompt="1"/>
          </p:nvPr>
        </p:nvSpPr>
        <p:spPr>
          <a:xfrm>
            <a:off x="8971920" y="5476521"/>
            <a:ext cx="2315205" cy="348421"/>
          </a:xfrm>
          <a:prstGeom prst="rect">
            <a:avLst/>
          </a:prstGeom>
        </p:spPr>
        <p:txBody>
          <a:bodyPr rtlCol="0" anchor="b"/>
          <a:lstStyle>
            <a:lvl1pPr marL="0" indent="0" algn="ctr">
              <a:buNone/>
              <a:defRPr sz="16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lvl="0" rtl="0"/>
            <a:r>
              <a:rPr lang="zh-TW" altLang="en-US" noProof="0"/>
              <a:t>新增名稱</a:t>
            </a:r>
          </a:p>
        </p:txBody>
      </p:sp>
      <p:sp>
        <p:nvSpPr>
          <p:cNvPr id="75" name="文字版面配置區 10">
            <a:extLst>
              <a:ext uri="{FF2B5EF4-FFF2-40B4-BE49-F238E27FC236}">
                <a16:creationId xmlns:a16="http://schemas.microsoft.com/office/drawing/2014/main" id="{C60D862C-3474-4A4A-8557-AD2C7917BFE2}"/>
              </a:ext>
            </a:extLst>
          </p:cNvPr>
          <p:cNvSpPr>
            <a:spLocks noGrp="1"/>
          </p:cNvSpPr>
          <p:nvPr>
            <p:ph type="body" sz="quarter" idx="44" hasCustomPrompt="1"/>
          </p:nvPr>
        </p:nvSpPr>
        <p:spPr>
          <a:xfrm>
            <a:off x="8971920" y="5760111"/>
            <a:ext cx="2315205" cy="287066"/>
          </a:xfrm>
          <a:prstGeom prst="rect">
            <a:avLst/>
          </a:prstGeom>
        </p:spPr>
        <p:txBody>
          <a:bodyPr rtlCol="0" anchor="t"/>
          <a:lstStyle>
            <a:lvl1pPr marL="0" indent="0" algn="ctr">
              <a:buNone/>
              <a:defRPr sz="12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新增標題</a:t>
            </a:r>
          </a:p>
        </p:txBody>
      </p:sp>
      <p:sp>
        <p:nvSpPr>
          <p:cNvPr id="3" name="日期版面配置區 2">
            <a:extLst>
              <a:ext uri="{FF2B5EF4-FFF2-40B4-BE49-F238E27FC236}">
                <a16:creationId xmlns:a16="http://schemas.microsoft.com/office/drawing/2014/main" id="{63508728-25CF-4DB1-9A83-FAFA5ABEC903}"/>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99D454F9-A55F-44A0-9695-FC40C6684C20}"/>
              </a:ext>
            </a:extLst>
          </p:cNvPr>
          <p:cNvSpPr>
            <a:spLocks noGrp="1"/>
          </p:cNvSpPr>
          <p:nvPr>
            <p:ph type="ftr" sz="quarter" idx="11"/>
          </p:nvPr>
        </p:nvSpPr>
        <p:spPr>
          <a:xfrm>
            <a:off x="4038600" y="6356350"/>
            <a:ext cx="41148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0A38C64F-7F14-454A-B830-80CCE5B1D7B9}"/>
              </a:ext>
            </a:extLst>
          </p:cNvPr>
          <p:cNvSpPr>
            <a:spLocks noGrp="1"/>
          </p:cNvSpPr>
          <p:nvPr>
            <p:ph type="sldNum" sz="quarter" idx="12"/>
          </p:nvPr>
        </p:nvSpPr>
        <p:spPr>
          <a:xfrm>
            <a:off x="86106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828162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金">
    <p:bg>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C64230-8BD4-4150-967D-421B6FE432E3}"/>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3" name="標題 2">
            <a:extLst>
              <a:ext uri="{FF2B5EF4-FFF2-40B4-BE49-F238E27FC236}">
                <a16:creationId xmlns:a16="http://schemas.microsoft.com/office/drawing/2014/main" id="{BBA8AE08-0788-4D8A-8C9D-7E5AAA112A39}"/>
              </a:ext>
            </a:extLst>
          </p:cNvPr>
          <p:cNvSpPr>
            <a:spLocks noGrp="1"/>
          </p:cNvSpPr>
          <p:nvPr>
            <p:ph type="title" hasCustomPrompt="1"/>
          </p:nvPr>
        </p:nvSpPr>
        <p:spPr>
          <a:xfrm>
            <a:off x="4038600" y="615940"/>
            <a:ext cx="4137262" cy="938778"/>
          </a:xfrm>
          <a:prstGeom prst="rect">
            <a:avLst/>
          </a:prstGeom>
        </p:spPr>
        <p:txBody>
          <a:bodyPr rtlCol="0" anchor="ctr"/>
          <a:lstStyle>
            <a:lvl1pPr algn="ctr">
              <a:defRPr lang="en-US" sz="2400" cap="all" spc="100" baseline="0">
                <a:solidFill>
                  <a:schemeClr val="tx2">
                    <a:lumMod val="75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18" name="文字版面配置區 10">
            <a:extLst>
              <a:ext uri="{FF2B5EF4-FFF2-40B4-BE49-F238E27FC236}">
                <a16:creationId xmlns:a16="http://schemas.microsoft.com/office/drawing/2014/main" id="{8A119E1C-2243-42E2-8A58-CC171131D195}"/>
              </a:ext>
            </a:extLst>
          </p:cNvPr>
          <p:cNvSpPr>
            <a:spLocks noGrp="1"/>
          </p:cNvSpPr>
          <p:nvPr>
            <p:ph type="body" sz="quarter" idx="21" hasCustomPrompt="1"/>
          </p:nvPr>
        </p:nvSpPr>
        <p:spPr>
          <a:xfrm>
            <a:off x="1101170" y="3079567"/>
            <a:ext cx="1200150" cy="1151632"/>
          </a:xfrm>
          <a:prstGeom prst="rect">
            <a:avLst/>
          </a:prstGeom>
        </p:spPr>
        <p:txBody>
          <a:bodyPr rtlCol="0" anchor="ctr"/>
          <a:lstStyle>
            <a:lvl1pPr marL="0" indent="0" algn="ctr">
              <a:lnSpc>
                <a:spcPct val="70000"/>
              </a:lnSpc>
              <a:spcBef>
                <a:spcPts val="0"/>
              </a:spcBef>
              <a:spcAft>
                <a:spcPts val="0"/>
              </a:spcAft>
              <a:buNone/>
              <a:defRPr sz="3200" cap="all" spc="4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新增</a:t>
            </a:r>
          </a:p>
        </p:txBody>
      </p:sp>
      <p:sp>
        <p:nvSpPr>
          <p:cNvPr id="59" name="文字版面配置區 10">
            <a:extLst>
              <a:ext uri="{FF2B5EF4-FFF2-40B4-BE49-F238E27FC236}">
                <a16:creationId xmlns:a16="http://schemas.microsoft.com/office/drawing/2014/main" id="{337797F5-74CE-492B-806B-221CAF3535C7}"/>
              </a:ext>
            </a:extLst>
          </p:cNvPr>
          <p:cNvSpPr>
            <a:spLocks noGrp="1"/>
          </p:cNvSpPr>
          <p:nvPr>
            <p:ph type="body" sz="quarter" idx="27" hasCustomPrompt="1"/>
          </p:nvPr>
        </p:nvSpPr>
        <p:spPr>
          <a:xfrm>
            <a:off x="4010890" y="3079567"/>
            <a:ext cx="1223858" cy="1151632"/>
          </a:xfrm>
          <a:prstGeom prst="rect">
            <a:avLst/>
          </a:prstGeom>
        </p:spPr>
        <p:txBody>
          <a:bodyPr rtlCol="0" anchor="ctr"/>
          <a:lstStyle>
            <a:lvl1pPr marL="0" indent="0" algn="ctr">
              <a:lnSpc>
                <a:spcPct val="70000"/>
              </a:lnSpc>
              <a:spcBef>
                <a:spcPts val="0"/>
              </a:spcBef>
              <a:spcAft>
                <a:spcPts val="0"/>
              </a:spcAft>
              <a:buNone/>
              <a:defRPr sz="3200" cap="all" spc="4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新增</a:t>
            </a:r>
          </a:p>
        </p:txBody>
      </p:sp>
      <p:sp>
        <p:nvSpPr>
          <p:cNvPr id="60" name="文字版面配置區 10">
            <a:extLst>
              <a:ext uri="{FF2B5EF4-FFF2-40B4-BE49-F238E27FC236}">
                <a16:creationId xmlns:a16="http://schemas.microsoft.com/office/drawing/2014/main" id="{2431D1A0-10D1-4D2E-AC6F-F8C9E6A22601}"/>
              </a:ext>
            </a:extLst>
          </p:cNvPr>
          <p:cNvSpPr>
            <a:spLocks noGrp="1"/>
          </p:cNvSpPr>
          <p:nvPr>
            <p:ph type="body" sz="quarter" idx="28" hasCustomPrompt="1"/>
          </p:nvPr>
        </p:nvSpPr>
        <p:spPr>
          <a:xfrm>
            <a:off x="6988252" y="3079567"/>
            <a:ext cx="1187610" cy="1151632"/>
          </a:xfrm>
          <a:prstGeom prst="rect">
            <a:avLst/>
          </a:prstGeom>
        </p:spPr>
        <p:txBody>
          <a:bodyPr rtlCol="0" anchor="ctr"/>
          <a:lstStyle>
            <a:lvl1pPr marL="0" indent="0" algn="ctr">
              <a:lnSpc>
                <a:spcPct val="70000"/>
              </a:lnSpc>
              <a:spcBef>
                <a:spcPts val="0"/>
              </a:spcBef>
              <a:spcAft>
                <a:spcPts val="0"/>
              </a:spcAft>
              <a:buNone/>
              <a:defRPr sz="3200" cap="all" spc="4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新增</a:t>
            </a:r>
          </a:p>
        </p:txBody>
      </p:sp>
      <p:sp>
        <p:nvSpPr>
          <p:cNvPr id="61" name="文字版面配置區 10">
            <a:extLst>
              <a:ext uri="{FF2B5EF4-FFF2-40B4-BE49-F238E27FC236}">
                <a16:creationId xmlns:a16="http://schemas.microsoft.com/office/drawing/2014/main" id="{4028BD6A-568F-4A16-AE86-5D88861C3BB5}"/>
              </a:ext>
            </a:extLst>
          </p:cNvPr>
          <p:cNvSpPr>
            <a:spLocks noGrp="1"/>
          </p:cNvSpPr>
          <p:nvPr>
            <p:ph type="body" sz="quarter" idx="29" hasCustomPrompt="1"/>
          </p:nvPr>
        </p:nvSpPr>
        <p:spPr>
          <a:xfrm>
            <a:off x="9879382" y="3079567"/>
            <a:ext cx="1211785" cy="1151632"/>
          </a:xfrm>
          <a:prstGeom prst="rect">
            <a:avLst/>
          </a:prstGeom>
        </p:spPr>
        <p:txBody>
          <a:bodyPr rtlCol="0" anchor="ctr"/>
          <a:lstStyle>
            <a:lvl1pPr marL="0" indent="0" algn="ctr">
              <a:lnSpc>
                <a:spcPct val="70000"/>
              </a:lnSpc>
              <a:spcBef>
                <a:spcPts val="0"/>
              </a:spcBef>
              <a:spcAft>
                <a:spcPts val="0"/>
              </a:spcAft>
              <a:buNone/>
              <a:defRPr sz="3200" cap="all" spc="4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新增</a:t>
            </a:r>
          </a:p>
        </p:txBody>
      </p:sp>
      <p:sp>
        <p:nvSpPr>
          <p:cNvPr id="52" name="文字版面配置區 10">
            <a:extLst>
              <a:ext uri="{FF2B5EF4-FFF2-40B4-BE49-F238E27FC236}">
                <a16:creationId xmlns:a16="http://schemas.microsoft.com/office/drawing/2014/main" id="{2E935678-32B2-4589-933F-F74B3E68FFA6}"/>
              </a:ext>
            </a:extLst>
          </p:cNvPr>
          <p:cNvSpPr>
            <a:spLocks noGrp="1"/>
          </p:cNvSpPr>
          <p:nvPr>
            <p:ph type="body" sz="quarter" idx="16" hasCustomPrompt="1"/>
          </p:nvPr>
        </p:nvSpPr>
        <p:spPr>
          <a:xfrm>
            <a:off x="510458" y="4524194"/>
            <a:ext cx="2381574" cy="632643"/>
          </a:xfrm>
          <a:prstGeom prst="rect">
            <a:avLst/>
          </a:prstGeom>
        </p:spPr>
        <p:txBody>
          <a:bodyPr rtlCol="0" anchor="b"/>
          <a:lstStyle>
            <a:lvl1pPr marL="0" indent="0" algn="ctr">
              <a:buNone/>
              <a:defRPr sz="1800" cap="all" spc="1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51" name="文字版面配置區 10">
            <a:extLst>
              <a:ext uri="{FF2B5EF4-FFF2-40B4-BE49-F238E27FC236}">
                <a16:creationId xmlns:a16="http://schemas.microsoft.com/office/drawing/2014/main" id="{B3C5A73C-51DD-4781-943C-235704BBF6B5}"/>
              </a:ext>
            </a:extLst>
          </p:cNvPr>
          <p:cNvSpPr>
            <a:spLocks noGrp="1"/>
          </p:cNvSpPr>
          <p:nvPr>
            <p:ph type="body" sz="quarter" idx="26" hasCustomPrompt="1"/>
          </p:nvPr>
        </p:nvSpPr>
        <p:spPr>
          <a:xfrm>
            <a:off x="510458" y="5156838"/>
            <a:ext cx="2381574" cy="905378"/>
          </a:xfrm>
          <a:prstGeom prst="rect">
            <a:avLst/>
          </a:prstGeom>
        </p:spPr>
        <p:txBody>
          <a:bodyPr rtlCol="0" anchor="t"/>
          <a:lstStyle>
            <a:lvl1pPr marL="0" indent="0" algn="ctr">
              <a:lnSpc>
                <a:spcPct val="100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78" name="文字版面配置區 10">
            <a:extLst>
              <a:ext uri="{FF2B5EF4-FFF2-40B4-BE49-F238E27FC236}">
                <a16:creationId xmlns:a16="http://schemas.microsoft.com/office/drawing/2014/main" id="{AD95FB24-5DA0-4000-B023-A00C32D53F08}"/>
              </a:ext>
            </a:extLst>
          </p:cNvPr>
          <p:cNvSpPr>
            <a:spLocks noGrp="1"/>
          </p:cNvSpPr>
          <p:nvPr>
            <p:ph type="body" sz="quarter" idx="31" hasCustomPrompt="1"/>
          </p:nvPr>
        </p:nvSpPr>
        <p:spPr>
          <a:xfrm>
            <a:off x="3432032" y="4524194"/>
            <a:ext cx="2381574" cy="632643"/>
          </a:xfrm>
          <a:prstGeom prst="rect">
            <a:avLst/>
          </a:prstGeom>
        </p:spPr>
        <p:txBody>
          <a:bodyPr rtlCol="0" anchor="b"/>
          <a:lstStyle>
            <a:lvl1pPr marL="0" indent="0" algn="ctr">
              <a:buNone/>
              <a:defRPr sz="1800" cap="all" spc="1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77" name="文字版面配置區 10">
            <a:extLst>
              <a:ext uri="{FF2B5EF4-FFF2-40B4-BE49-F238E27FC236}">
                <a16:creationId xmlns:a16="http://schemas.microsoft.com/office/drawing/2014/main" id="{7455F56A-A263-4D13-A484-2D15CD61D0FC}"/>
              </a:ext>
            </a:extLst>
          </p:cNvPr>
          <p:cNvSpPr>
            <a:spLocks noGrp="1"/>
          </p:cNvSpPr>
          <p:nvPr>
            <p:ph type="body" sz="quarter" idx="30" hasCustomPrompt="1"/>
          </p:nvPr>
        </p:nvSpPr>
        <p:spPr>
          <a:xfrm>
            <a:off x="3432032" y="5156837"/>
            <a:ext cx="2381574" cy="905378"/>
          </a:xfrm>
          <a:prstGeom prst="rect">
            <a:avLst/>
          </a:prstGeom>
        </p:spPr>
        <p:txBody>
          <a:bodyPr rtlCol="0" anchor="t"/>
          <a:lstStyle>
            <a:lvl1pPr marL="0" indent="0" algn="ctr">
              <a:lnSpc>
                <a:spcPct val="100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80" name="文字版面配置區 10">
            <a:extLst>
              <a:ext uri="{FF2B5EF4-FFF2-40B4-BE49-F238E27FC236}">
                <a16:creationId xmlns:a16="http://schemas.microsoft.com/office/drawing/2014/main" id="{6C6ABB33-3D98-4D76-B96F-65F574936223}"/>
              </a:ext>
            </a:extLst>
          </p:cNvPr>
          <p:cNvSpPr>
            <a:spLocks noGrp="1"/>
          </p:cNvSpPr>
          <p:nvPr>
            <p:ph type="body" sz="quarter" idx="33" hasCustomPrompt="1"/>
          </p:nvPr>
        </p:nvSpPr>
        <p:spPr>
          <a:xfrm>
            <a:off x="6391270" y="4524194"/>
            <a:ext cx="2381574" cy="632643"/>
          </a:xfrm>
          <a:prstGeom prst="rect">
            <a:avLst/>
          </a:prstGeom>
        </p:spPr>
        <p:txBody>
          <a:bodyPr rtlCol="0" anchor="b"/>
          <a:lstStyle>
            <a:lvl1pPr marL="0" indent="0" algn="ctr">
              <a:buNone/>
              <a:defRPr sz="1800" cap="all" spc="1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79" name="文字版面配置區 10">
            <a:extLst>
              <a:ext uri="{FF2B5EF4-FFF2-40B4-BE49-F238E27FC236}">
                <a16:creationId xmlns:a16="http://schemas.microsoft.com/office/drawing/2014/main" id="{8EA8275A-A17A-42ED-9DDC-5F06000BFBEF}"/>
              </a:ext>
            </a:extLst>
          </p:cNvPr>
          <p:cNvSpPr>
            <a:spLocks noGrp="1"/>
          </p:cNvSpPr>
          <p:nvPr>
            <p:ph type="body" sz="quarter" idx="32" hasCustomPrompt="1"/>
          </p:nvPr>
        </p:nvSpPr>
        <p:spPr>
          <a:xfrm>
            <a:off x="6391270" y="5157592"/>
            <a:ext cx="2381574" cy="905378"/>
          </a:xfrm>
          <a:prstGeom prst="rect">
            <a:avLst/>
          </a:prstGeom>
        </p:spPr>
        <p:txBody>
          <a:bodyPr rtlCol="0" anchor="t"/>
          <a:lstStyle>
            <a:lvl1pPr marL="0" indent="0" algn="ctr">
              <a:lnSpc>
                <a:spcPct val="100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82" name="文字版面配置區 10">
            <a:extLst>
              <a:ext uri="{FF2B5EF4-FFF2-40B4-BE49-F238E27FC236}">
                <a16:creationId xmlns:a16="http://schemas.microsoft.com/office/drawing/2014/main" id="{4AEA6122-22B2-49EC-8451-E43D40F3236D}"/>
              </a:ext>
            </a:extLst>
          </p:cNvPr>
          <p:cNvSpPr>
            <a:spLocks noGrp="1"/>
          </p:cNvSpPr>
          <p:nvPr>
            <p:ph type="body" sz="quarter" idx="35" hasCustomPrompt="1"/>
          </p:nvPr>
        </p:nvSpPr>
        <p:spPr>
          <a:xfrm>
            <a:off x="9294487" y="4524194"/>
            <a:ext cx="2381574" cy="632643"/>
          </a:xfrm>
          <a:prstGeom prst="rect">
            <a:avLst/>
          </a:prstGeom>
        </p:spPr>
        <p:txBody>
          <a:bodyPr rtlCol="0" anchor="b"/>
          <a:lstStyle>
            <a:lvl1pPr marL="0" indent="0" algn="ctr">
              <a:buNone/>
              <a:defRPr sz="1800" cap="all" spc="100" baseline="0">
                <a:solidFill>
                  <a:schemeClr val="tx2"/>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81" name="文字版面配置區 10">
            <a:extLst>
              <a:ext uri="{FF2B5EF4-FFF2-40B4-BE49-F238E27FC236}">
                <a16:creationId xmlns:a16="http://schemas.microsoft.com/office/drawing/2014/main" id="{103D7EA4-00E4-43FA-8129-1CBE0C1291A0}"/>
              </a:ext>
            </a:extLst>
          </p:cNvPr>
          <p:cNvSpPr>
            <a:spLocks noGrp="1"/>
          </p:cNvSpPr>
          <p:nvPr>
            <p:ph type="body" sz="quarter" idx="34" hasCustomPrompt="1"/>
          </p:nvPr>
        </p:nvSpPr>
        <p:spPr>
          <a:xfrm>
            <a:off x="9294487" y="5166170"/>
            <a:ext cx="2381574" cy="905378"/>
          </a:xfrm>
          <a:prstGeom prst="rect">
            <a:avLst/>
          </a:prstGeom>
        </p:spPr>
        <p:txBody>
          <a:bodyPr rtlCol="0" anchor="t"/>
          <a:lstStyle>
            <a:lvl1pPr marL="0" indent="0" algn="ctr">
              <a:lnSpc>
                <a:spcPct val="100000"/>
              </a:lnSpc>
              <a:spcBef>
                <a:spcPts val="0"/>
              </a:spcBef>
              <a:buNone/>
              <a:defRPr sz="14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68" name="日期版面配置區 2">
            <a:extLst>
              <a:ext uri="{FF2B5EF4-FFF2-40B4-BE49-F238E27FC236}">
                <a16:creationId xmlns:a16="http://schemas.microsoft.com/office/drawing/2014/main" id="{811592B2-2D21-495C-8C11-680EC81556F4}"/>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id="{BEFB73D1-17D7-400F-B750-F5EA2675DD25}"/>
              </a:ext>
            </a:extLst>
          </p:cNvPr>
          <p:cNvSpPr>
            <a:spLocks noGrp="1"/>
          </p:cNvSpPr>
          <p:nvPr>
            <p:ph type="ftr" sz="quarter" idx="11"/>
          </p:nvPr>
        </p:nvSpPr>
        <p:spPr>
          <a:xfrm>
            <a:off x="4038600" y="6356350"/>
            <a:ext cx="41148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DE30E81D-C76E-4DB7-9722-4BE8D7CF33E8}"/>
              </a:ext>
            </a:extLst>
          </p:cNvPr>
          <p:cNvSpPr>
            <a:spLocks noGrp="1"/>
          </p:cNvSpPr>
          <p:nvPr>
            <p:ph type="sldNum" sz="quarter" idx="12"/>
          </p:nvPr>
        </p:nvSpPr>
        <p:spPr>
          <a:xfrm>
            <a:off x="86106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2294014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摘要">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907C99-0702-4DEF-A72F-2451B3DC6D0C}"/>
              </a:ext>
            </a:extLst>
          </p:cNvPr>
          <p:cNvSpPr>
            <a:spLocks noGrp="1"/>
          </p:cNvSpPr>
          <p:nvPr>
            <p:ph type="title" hasCustomPrompt="1"/>
          </p:nvPr>
        </p:nvSpPr>
        <p:spPr>
          <a:xfrm>
            <a:off x="1186544" y="-1"/>
            <a:ext cx="3944790" cy="1845127"/>
          </a:xfrm>
          <a:prstGeom prst="rect">
            <a:avLst/>
          </a:prstGeom>
        </p:spPr>
        <p:txBody>
          <a:bodyPr rtlCol="0" anchor="ctr"/>
          <a:lstStyle>
            <a:lvl1pPr algn="r">
              <a:defRPr sz="2400" cap="all" spc="100" baseline="0">
                <a:solidFill>
                  <a:schemeClr val="accent2"/>
                </a:solidFill>
                <a:latin typeface="Microsoft JhengHei UI" panose="020B0604030504040204" pitchFamily="34" charset="-120"/>
                <a:ea typeface="Microsoft JhengHei UI" panose="020B0604030504040204" pitchFamily="34" charset="-120"/>
              </a:defRPr>
            </a:lvl1pPr>
          </a:lstStyle>
          <a:p>
            <a:pPr rtl="0"/>
            <a:r>
              <a:rPr lang="zh-TW" altLang="en-US" noProof="0"/>
              <a:t>按一下以新增標題</a:t>
            </a:r>
          </a:p>
        </p:txBody>
      </p:sp>
      <p:sp>
        <p:nvSpPr>
          <p:cNvPr id="6" name="圖片版面配置區 7">
            <a:extLst>
              <a:ext uri="{FF2B5EF4-FFF2-40B4-BE49-F238E27FC236}">
                <a16:creationId xmlns:a16="http://schemas.microsoft.com/office/drawing/2014/main" id="{74497024-D7D5-447C-8133-660B1F47A190}"/>
              </a:ext>
            </a:extLst>
          </p:cNvPr>
          <p:cNvSpPr>
            <a:spLocks noGrp="1"/>
          </p:cNvSpPr>
          <p:nvPr>
            <p:ph type="pic" sz="quarter" idx="13" hasCustomPrompt="1"/>
          </p:nvPr>
        </p:nvSpPr>
        <p:spPr>
          <a:xfrm>
            <a:off x="0" y="1845128"/>
            <a:ext cx="12192000" cy="5012871"/>
          </a:xfrm>
          <a:prstGeom prst="rect">
            <a:avLst/>
          </a:prstGeom>
        </p:spPr>
        <p:txBody>
          <a:bodyPr rtlCol="0"/>
          <a:lstStyle>
            <a:lvl1pPr marL="0" indent="0" algn="l">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3" name="日期版面配置區 2">
            <a:extLst>
              <a:ext uri="{FF2B5EF4-FFF2-40B4-BE49-F238E27FC236}">
                <a16:creationId xmlns:a16="http://schemas.microsoft.com/office/drawing/2014/main" id="{AAE88F42-9013-4CBC-BF65-3FE1470550BE}"/>
              </a:ext>
            </a:extLst>
          </p:cNvPr>
          <p:cNvSpPr>
            <a:spLocks noGrp="1"/>
          </p:cNvSpPr>
          <p:nvPr>
            <p:ph type="dt" sz="half" idx="10"/>
          </p:nvPr>
        </p:nvSpPr>
        <p:spPr>
          <a:xfrm>
            <a:off x="838200" y="6356350"/>
            <a:ext cx="274320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8" name="文字版面配置區 10">
            <a:extLst>
              <a:ext uri="{FF2B5EF4-FFF2-40B4-BE49-F238E27FC236}">
                <a16:creationId xmlns:a16="http://schemas.microsoft.com/office/drawing/2014/main" id="{91F54EB4-06CA-459B-8F8C-86061BA6F1B2}"/>
              </a:ext>
            </a:extLst>
          </p:cNvPr>
          <p:cNvSpPr>
            <a:spLocks noGrp="1"/>
          </p:cNvSpPr>
          <p:nvPr>
            <p:ph type="body" sz="quarter" idx="16" hasCustomPrompt="1"/>
          </p:nvPr>
        </p:nvSpPr>
        <p:spPr>
          <a:xfrm>
            <a:off x="5627913" y="0"/>
            <a:ext cx="6564087" cy="3614737"/>
          </a:xfrm>
          <a:prstGeom prst="rect">
            <a:avLst/>
          </a:prstGeom>
          <a:solidFill>
            <a:schemeClr val="accent2">
              <a:alpha val="92000"/>
            </a:schemeClr>
          </a:solidFill>
        </p:spPr>
        <p:txBody>
          <a:bodyPr lIns="640080" tIns="731520" rIns="548640" rtlCol="0" anchor="t"/>
          <a:lstStyle>
            <a:lvl1pPr marL="0" indent="0" algn="l">
              <a:lnSpc>
                <a:spcPct val="125000"/>
              </a:lnSpc>
              <a:spcBef>
                <a:spcPts val="0"/>
              </a:spcBef>
              <a:buNone/>
              <a:defRPr sz="1600" cap="none" spc="100" baseline="0">
                <a:solidFill>
                  <a:schemeClr val="bg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按一下以新增副標題</a:t>
            </a:r>
          </a:p>
        </p:txBody>
      </p:sp>
      <p:sp>
        <p:nvSpPr>
          <p:cNvPr id="4" name="頁尾版面配置區 3">
            <a:extLst>
              <a:ext uri="{FF2B5EF4-FFF2-40B4-BE49-F238E27FC236}">
                <a16:creationId xmlns:a16="http://schemas.microsoft.com/office/drawing/2014/main" id="{9322B1A3-ADD1-4AAF-A733-AF9AEAB499A8}"/>
              </a:ext>
            </a:extLst>
          </p:cNvPr>
          <p:cNvSpPr>
            <a:spLocks noGrp="1"/>
          </p:cNvSpPr>
          <p:nvPr>
            <p:ph type="ftr" sz="quarter" idx="11"/>
          </p:nvPr>
        </p:nvSpPr>
        <p:spPr>
          <a:xfrm>
            <a:off x="4038600" y="6356350"/>
            <a:ext cx="411480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5" name="投影片編號版面配置區 4">
            <a:extLst>
              <a:ext uri="{FF2B5EF4-FFF2-40B4-BE49-F238E27FC236}">
                <a16:creationId xmlns:a16="http://schemas.microsoft.com/office/drawing/2014/main" id="{68AE2F48-AB83-42F0-93C2-9F943F0B00C0}"/>
              </a:ext>
            </a:extLst>
          </p:cNvPr>
          <p:cNvSpPr>
            <a:spLocks noGrp="1"/>
          </p:cNvSpPr>
          <p:nvPr>
            <p:ph type="sldNum" sz="quarter" idx="12"/>
          </p:nvPr>
        </p:nvSpPr>
        <p:spPr>
          <a:xfrm>
            <a:off x="8610600" y="6356350"/>
            <a:ext cx="2743200" cy="365125"/>
          </a:xfrm>
          <a:prstGeom prst="rect">
            <a:avLst/>
          </a:prstGeom>
        </p:spPr>
        <p:txBody>
          <a:bodyPr rtlCol="0"/>
          <a:lstStyle>
            <a:lvl1pPr>
              <a:defRPr>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1502069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感謝您">
    <p:spTree>
      <p:nvGrpSpPr>
        <p:cNvPr id="1" name=""/>
        <p:cNvGrpSpPr/>
        <p:nvPr/>
      </p:nvGrpSpPr>
      <p:grpSpPr>
        <a:xfrm>
          <a:off x="0" y="0"/>
          <a:ext cx="0" cy="0"/>
          <a:chOff x="0" y="0"/>
          <a:chExt cx="0" cy="0"/>
        </a:xfrm>
      </p:grpSpPr>
      <p:sp>
        <p:nvSpPr>
          <p:cNvPr id="9" name="圖片版面配置區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5511344" y="0"/>
            <a:ext cx="6680656" cy="6858000"/>
          </a:xfrm>
          <a:prstGeom prst="rect">
            <a:avLst/>
          </a:prstGeom>
        </p:spPr>
        <p:txBody>
          <a:bodyPr rtlCol="0"/>
          <a:lstStyle>
            <a:lvl1pPr marL="0" indent="0" algn="ctr">
              <a:buNone/>
              <a:defRPr>
                <a:latin typeface="Microsoft JhengHei UI" panose="020B0604030504040204" pitchFamily="34" charset="-120"/>
                <a:ea typeface="Microsoft JhengHei UI" panose="020B0604030504040204" pitchFamily="34" charset="-120"/>
              </a:defRPr>
            </a:lvl1pPr>
          </a:lstStyle>
          <a:p>
            <a:pPr rtl="0"/>
            <a:r>
              <a:rPr lang="zh-TW" altLang="en-US" noProof="0"/>
              <a:t>按一下以新增相片</a:t>
            </a:r>
          </a:p>
        </p:txBody>
      </p:sp>
      <p:sp>
        <p:nvSpPr>
          <p:cNvPr id="11" name="矩形 10">
            <a:extLst>
              <a:ext uri="{FF2B5EF4-FFF2-40B4-BE49-F238E27FC236}">
                <a16:creationId xmlns:a16="http://schemas.microsoft.com/office/drawing/2014/main" id="{FAF4E84F-A3BE-442F-B9F1-68AB2244AF96}"/>
              </a:ext>
              <a:ext uri="{C183D7F6-B498-43B3-948B-1728B52AA6E4}">
                <adec:decorative xmlns:adec="http://schemas.microsoft.com/office/drawing/2017/decorative" val="1"/>
              </a:ext>
            </a:extLst>
          </p:cNvPr>
          <p:cNvSpPr/>
          <p:nvPr userDrawn="1"/>
        </p:nvSpPr>
        <p:spPr>
          <a:xfrm>
            <a:off x="-20320" y="-7084"/>
            <a:ext cx="5511344"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noProof="0">
              <a:latin typeface="Microsoft JhengHei UI" panose="020B0604030504040204" pitchFamily="34" charset="-120"/>
              <a:ea typeface="Microsoft JhengHei UI" panose="020B0604030504040204" pitchFamily="34" charset="-120"/>
            </a:endParaRPr>
          </a:p>
        </p:txBody>
      </p:sp>
      <p:sp>
        <p:nvSpPr>
          <p:cNvPr id="2" name="標題 1">
            <a:extLst>
              <a:ext uri="{FF2B5EF4-FFF2-40B4-BE49-F238E27FC236}">
                <a16:creationId xmlns:a16="http://schemas.microsoft.com/office/drawing/2014/main" id="{B39AED10-F37C-48B3-A407-EDC6878C712E}"/>
              </a:ext>
            </a:extLst>
          </p:cNvPr>
          <p:cNvSpPr>
            <a:spLocks noGrp="1"/>
          </p:cNvSpPr>
          <p:nvPr>
            <p:ph type="title" hasCustomPrompt="1"/>
          </p:nvPr>
        </p:nvSpPr>
        <p:spPr>
          <a:xfrm>
            <a:off x="1486566" y="3035081"/>
            <a:ext cx="2341256" cy="640698"/>
          </a:xfrm>
          <a:prstGeom prst="rect">
            <a:avLst/>
          </a:prstGeom>
          <a:ln w="28575">
            <a:solidFill>
              <a:schemeClr val="accent4">
                <a:lumMod val="50000"/>
              </a:schemeClr>
            </a:solidFill>
          </a:ln>
        </p:spPr>
        <p:txBody>
          <a:bodyPr rtlCol="0" anchor="ctr"/>
          <a:lstStyle>
            <a:lvl1pPr algn="ctr">
              <a:defRPr sz="2400" cap="all" spc="100" baseline="0">
                <a:solidFill>
                  <a:schemeClr val="accent4">
                    <a:lumMod val="50000"/>
                  </a:schemeClr>
                </a:solidFill>
                <a:latin typeface="Microsoft JhengHei UI" panose="020B0604030504040204" pitchFamily="34" charset="-120"/>
                <a:ea typeface="Microsoft JhengHei UI" panose="020B0604030504040204" pitchFamily="34" charset="-120"/>
              </a:defRPr>
            </a:lvl1pPr>
          </a:lstStyle>
          <a:p>
            <a:pPr rtl="0"/>
            <a:r>
              <a:rPr lang="zh-TW" altLang="en-US" noProof="0"/>
              <a:t>新增標題</a:t>
            </a:r>
          </a:p>
        </p:txBody>
      </p:sp>
      <p:sp>
        <p:nvSpPr>
          <p:cNvPr id="7" name="文字版面配置區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1704805" y="3959761"/>
            <a:ext cx="2879477" cy="1790164"/>
          </a:xfrm>
          <a:prstGeom prst="rect">
            <a:avLst/>
          </a:prstGeom>
        </p:spPr>
        <p:txBody>
          <a:bodyPr rtlCol="0" anchor="t"/>
          <a:lstStyle>
            <a:lvl1pPr marL="0" indent="0" algn="l">
              <a:lnSpc>
                <a:spcPct val="80000"/>
              </a:lnSpc>
              <a:spcBef>
                <a:spcPts val="0"/>
              </a:spcBef>
              <a:buNone/>
              <a:defRPr sz="1600" cap="none" spc="100" baseline="0">
                <a:solidFill>
                  <a:schemeClr val="tx1"/>
                </a:solidFill>
                <a:latin typeface="Microsoft JhengHei UI" panose="020B0604030504040204" pitchFamily="34" charset="-120"/>
                <a:ea typeface="Microsoft JhengHei UI" panose="020B0604030504040204" pitchFamily="34" charset="-120"/>
              </a:defRPr>
            </a:lvl1pPr>
          </a:lstStyle>
          <a:p>
            <a:pPr lvl="0" rtl="0"/>
            <a:r>
              <a:rPr lang="zh-TW" altLang="en-US" noProof="0"/>
              <a:t>按一下以新增文字</a:t>
            </a:r>
          </a:p>
        </p:txBody>
      </p:sp>
      <p:sp>
        <p:nvSpPr>
          <p:cNvPr id="15" name="日期版面配置區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rtlCol="0"/>
          <a:lstStyle>
            <a:lvl1pPr>
              <a:defRPr>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12" name="頁尾版面配置區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13" name="投影片編號版面配置區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267133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5" name="頁尾版面配置區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6" name="投影片編號版面配置區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latin typeface="Microsoft JhengHei UI" panose="020B0604030504040204" pitchFamily="34" charset="-120"/>
                <a:ea typeface="Microsoft JhengHei UI" panose="020B0604030504040204" pitchFamily="34" charset="-120"/>
              </a:defRPr>
            </a:lvl1pPr>
          </a:lstStyle>
          <a:p>
            <a:fld id="{EA87306C-81BA-4795-A5CA-9392456A8C1E}" type="slidenum">
              <a:rPr lang="en-US" altLang="zh-TW" noProof="0" smtClean="0"/>
              <a:pPr/>
              <a:t>‹#›</a:t>
            </a:fld>
            <a:endParaRPr lang="zh-TW" altLang="en-US" noProof="0"/>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hyperlink" Target="https://moovitapp.com/insights/en/Moovit_Insights_Public_Transit_Index-countrie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5BE41-41BA-BC2A-E4DB-B64BFCD0112A}"/>
              </a:ext>
            </a:extLst>
          </p:cNvPr>
          <p:cNvSpPr>
            <a:spLocks noGrp="1"/>
          </p:cNvSpPr>
          <p:nvPr>
            <p:ph type="title"/>
          </p:nvPr>
        </p:nvSpPr>
        <p:spPr>
          <a:xfrm>
            <a:off x="878006" y="1332238"/>
            <a:ext cx="1988024" cy="901446"/>
          </a:xfrm>
        </p:spPr>
        <p:txBody>
          <a:bodyPr/>
          <a:lstStyle/>
          <a:p>
            <a:r>
              <a:rPr lang="en-US" altLang="zh-HK" sz="2800" dirty="0"/>
              <a:t>The Problem</a:t>
            </a:r>
            <a:endParaRPr lang="zh-HK" altLang="en-US" sz="2800" dirty="0"/>
          </a:p>
        </p:txBody>
      </p:sp>
      <p:sp>
        <p:nvSpPr>
          <p:cNvPr id="11" name="Text Placeholder 3">
            <a:extLst>
              <a:ext uri="{FF2B5EF4-FFF2-40B4-BE49-F238E27FC236}">
                <a16:creationId xmlns:a16="http://schemas.microsoft.com/office/drawing/2014/main" id="{96C89EC9-6E10-4C99-7E04-8521D5539E19}"/>
              </a:ext>
            </a:extLst>
          </p:cNvPr>
          <p:cNvSpPr txBox="1">
            <a:spLocks/>
          </p:cNvSpPr>
          <p:nvPr/>
        </p:nvSpPr>
        <p:spPr>
          <a:xfrm>
            <a:off x="148262" y="2272773"/>
            <a:ext cx="3433138" cy="1370672"/>
          </a:xfrm>
          <a:prstGeom prst="rect">
            <a:avLst/>
          </a:prstGeom>
        </p:spPr>
        <p:txBody>
          <a:bodyPr rtlCol="0" anchor="t"/>
          <a:lstStyle>
            <a:lvl1pPr marL="0" indent="0" algn="l" defTabSz="914400" rtl="0" eaLnBrk="1" latinLnBrk="0" hangingPunct="1">
              <a:lnSpc>
                <a:spcPct val="125000"/>
              </a:lnSpc>
              <a:spcBef>
                <a:spcPts val="0"/>
              </a:spcBef>
              <a:buFont typeface="Arial" panose="020B0604020202020204" pitchFamily="34" charset="0"/>
              <a:buNone/>
              <a:defRPr sz="1600" kern="1200" cap="none" spc="100" baseline="0">
                <a:solidFill>
                  <a:schemeClr val="tx1"/>
                </a:solidFill>
                <a:latin typeface="Microsoft JhengHei UI" panose="020B0604030504040204" pitchFamily="34" charset="-120"/>
                <a:ea typeface="Microsoft JhengHei UI"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HK" sz="1800" dirty="0"/>
              <a:t>Transport companies want standing space in vehicles but standing passengers need to keep themselves upright.</a:t>
            </a:r>
            <a:endParaRPr lang="zh-HK" altLang="en-US" sz="1800" dirty="0"/>
          </a:p>
        </p:txBody>
      </p:sp>
      <p:sp>
        <p:nvSpPr>
          <p:cNvPr id="3" name="Text Placeholder 2">
            <a:extLst>
              <a:ext uri="{FF2B5EF4-FFF2-40B4-BE49-F238E27FC236}">
                <a16:creationId xmlns:a16="http://schemas.microsoft.com/office/drawing/2014/main" id="{1FC3EB29-93FE-5AF2-971E-00561E8826C5}"/>
              </a:ext>
            </a:extLst>
          </p:cNvPr>
          <p:cNvSpPr>
            <a:spLocks noGrp="1"/>
          </p:cNvSpPr>
          <p:nvPr>
            <p:ph type="body" sz="quarter" idx="16"/>
          </p:nvPr>
        </p:nvSpPr>
        <p:spPr/>
        <p:txBody>
          <a:bodyPr/>
          <a:lstStyle/>
          <a:p>
            <a:r>
              <a:rPr lang="en-US" altLang="zh-HK" sz="2000" dirty="0"/>
              <a:t>Target Customers</a:t>
            </a:r>
            <a:endParaRPr lang="zh-HK" altLang="en-US" sz="2000" dirty="0"/>
          </a:p>
        </p:txBody>
      </p:sp>
      <p:sp>
        <p:nvSpPr>
          <p:cNvPr id="4" name="Text Placeholder 3">
            <a:extLst>
              <a:ext uri="{FF2B5EF4-FFF2-40B4-BE49-F238E27FC236}">
                <a16:creationId xmlns:a16="http://schemas.microsoft.com/office/drawing/2014/main" id="{3B1C346E-30E3-05AE-2C3C-82D20AC1B0EF}"/>
              </a:ext>
            </a:extLst>
          </p:cNvPr>
          <p:cNvSpPr>
            <a:spLocks noGrp="1"/>
          </p:cNvSpPr>
          <p:nvPr>
            <p:ph type="body" sz="quarter" idx="12"/>
          </p:nvPr>
        </p:nvSpPr>
        <p:spPr/>
        <p:txBody>
          <a:bodyPr/>
          <a:lstStyle/>
          <a:p>
            <a:r>
              <a:rPr lang="en-US" altLang="zh-HK" sz="1800" dirty="0"/>
              <a:t>Transport companies that deliver passengers on vehicles with standing space.</a:t>
            </a:r>
            <a:endParaRPr lang="zh-HK" altLang="en-US" sz="1800" dirty="0"/>
          </a:p>
        </p:txBody>
      </p:sp>
      <p:sp>
        <p:nvSpPr>
          <p:cNvPr id="5" name="Text Placeholder 4">
            <a:extLst>
              <a:ext uri="{FF2B5EF4-FFF2-40B4-BE49-F238E27FC236}">
                <a16:creationId xmlns:a16="http://schemas.microsoft.com/office/drawing/2014/main" id="{8BD8184C-CE81-3471-3050-3E21036E9312}"/>
              </a:ext>
            </a:extLst>
          </p:cNvPr>
          <p:cNvSpPr>
            <a:spLocks noGrp="1"/>
          </p:cNvSpPr>
          <p:nvPr>
            <p:ph type="body" sz="quarter" idx="17"/>
          </p:nvPr>
        </p:nvSpPr>
        <p:spPr/>
        <p:txBody>
          <a:bodyPr/>
          <a:lstStyle/>
          <a:p>
            <a:r>
              <a:rPr lang="en-US" altLang="zh-HK" sz="2000" dirty="0"/>
              <a:t>When and Where</a:t>
            </a:r>
            <a:endParaRPr lang="zh-HK" altLang="en-US" sz="2000" dirty="0"/>
          </a:p>
        </p:txBody>
      </p:sp>
      <p:sp>
        <p:nvSpPr>
          <p:cNvPr id="6" name="Text Placeholder 5">
            <a:extLst>
              <a:ext uri="{FF2B5EF4-FFF2-40B4-BE49-F238E27FC236}">
                <a16:creationId xmlns:a16="http://schemas.microsoft.com/office/drawing/2014/main" id="{8F813BAC-6AAF-D1C4-13C3-B3D1D0BC1740}"/>
              </a:ext>
            </a:extLst>
          </p:cNvPr>
          <p:cNvSpPr>
            <a:spLocks noGrp="1"/>
          </p:cNvSpPr>
          <p:nvPr>
            <p:ph type="body" sz="quarter" idx="13"/>
          </p:nvPr>
        </p:nvSpPr>
        <p:spPr/>
        <p:txBody>
          <a:bodyPr/>
          <a:lstStyle/>
          <a:p>
            <a:r>
              <a:rPr lang="en-US" altLang="zh-HK" sz="1800" dirty="0"/>
              <a:t>It happens whenever there are standing passengers on vehicles.</a:t>
            </a:r>
            <a:endParaRPr lang="zh-HK" altLang="en-US" sz="1800" dirty="0"/>
          </a:p>
        </p:txBody>
      </p:sp>
      <p:sp>
        <p:nvSpPr>
          <p:cNvPr id="7" name="Text Placeholder 6">
            <a:extLst>
              <a:ext uri="{FF2B5EF4-FFF2-40B4-BE49-F238E27FC236}">
                <a16:creationId xmlns:a16="http://schemas.microsoft.com/office/drawing/2014/main" id="{B9CA7C37-8F50-FA2F-813A-DCFF7BD1CE12}"/>
              </a:ext>
            </a:extLst>
          </p:cNvPr>
          <p:cNvSpPr>
            <a:spLocks noGrp="1"/>
          </p:cNvSpPr>
          <p:nvPr>
            <p:ph type="body" sz="quarter" idx="19"/>
          </p:nvPr>
        </p:nvSpPr>
        <p:spPr>
          <a:xfrm>
            <a:off x="4231042" y="3429000"/>
            <a:ext cx="3433138" cy="428891"/>
          </a:xfrm>
        </p:spPr>
        <p:txBody>
          <a:bodyPr/>
          <a:lstStyle/>
          <a:p>
            <a:r>
              <a:rPr lang="en-US" altLang="zh-HK" sz="2000" dirty="0"/>
              <a:t>WHY: Safety</a:t>
            </a:r>
            <a:endParaRPr lang="zh-HK" altLang="en-US" sz="2000" dirty="0"/>
          </a:p>
        </p:txBody>
      </p:sp>
      <p:sp>
        <p:nvSpPr>
          <p:cNvPr id="8" name="Text Placeholder 7">
            <a:extLst>
              <a:ext uri="{FF2B5EF4-FFF2-40B4-BE49-F238E27FC236}">
                <a16:creationId xmlns:a16="http://schemas.microsoft.com/office/drawing/2014/main" id="{AEACDF4A-033B-B544-8CAB-A2E8B794FBF6}"/>
              </a:ext>
            </a:extLst>
          </p:cNvPr>
          <p:cNvSpPr>
            <a:spLocks noGrp="1"/>
          </p:cNvSpPr>
          <p:nvPr>
            <p:ph type="body" sz="quarter" idx="23"/>
          </p:nvPr>
        </p:nvSpPr>
        <p:spPr>
          <a:xfrm>
            <a:off x="4231042" y="3811001"/>
            <a:ext cx="3433138" cy="961350"/>
          </a:xfrm>
        </p:spPr>
        <p:txBody>
          <a:bodyPr/>
          <a:lstStyle/>
          <a:p>
            <a:r>
              <a:rPr lang="en-US" altLang="zh-HK" sz="1800" dirty="0"/>
              <a:t>Falls can cause serious injuries to passengers. Furthermore, transport companies want potential passengers to consider their vehicles safe.</a:t>
            </a:r>
            <a:endParaRPr lang="zh-HK" altLang="en-US" sz="1800" dirty="0"/>
          </a:p>
        </p:txBody>
      </p:sp>
      <p:sp>
        <p:nvSpPr>
          <p:cNvPr id="9" name="Text Placeholder 8">
            <a:extLst>
              <a:ext uri="{FF2B5EF4-FFF2-40B4-BE49-F238E27FC236}">
                <a16:creationId xmlns:a16="http://schemas.microsoft.com/office/drawing/2014/main" id="{FD8129C9-765C-FC38-8A6F-80B91A16C49A}"/>
              </a:ext>
            </a:extLst>
          </p:cNvPr>
          <p:cNvSpPr>
            <a:spLocks noGrp="1"/>
          </p:cNvSpPr>
          <p:nvPr>
            <p:ph type="body" sz="quarter" idx="21"/>
          </p:nvPr>
        </p:nvSpPr>
        <p:spPr>
          <a:xfrm>
            <a:off x="8203339" y="3429000"/>
            <a:ext cx="3433138" cy="428891"/>
          </a:xfrm>
        </p:spPr>
        <p:txBody>
          <a:bodyPr/>
          <a:lstStyle/>
          <a:p>
            <a:r>
              <a:rPr lang="en-US" altLang="zh-HK" sz="2000" dirty="0"/>
              <a:t>WHY: Efficiency</a:t>
            </a:r>
            <a:endParaRPr lang="zh-HK" altLang="en-US" sz="2000" dirty="0"/>
          </a:p>
        </p:txBody>
      </p:sp>
      <p:sp>
        <p:nvSpPr>
          <p:cNvPr id="10" name="Text Placeholder 9">
            <a:extLst>
              <a:ext uri="{FF2B5EF4-FFF2-40B4-BE49-F238E27FC236}">
                <a16:creationId xmlns:a16="http://schemas.microsoft.com/office/drawing/2014/main" id="{28DCEE9A-6F17-75AD-D5D4-3CA0368DE161}"/>
              </a:ext>
            </a:extLst>
          </p:cNvPr>
          <p:cNvSpPr>
            <a:spLocks noGrp="1"/>
          </p:cNvSpPr>
          <p:nvPr>
            <p:ph type="body" sz="quarter" idx="22"/>
          </p:nvPr>
        </p:nvSpPr>
        <p:spPr>
          <a:xfrm>
            <a:off x="8203339" y="3811001"/>
            <a:ext cx="3433138" cy="961350"/>
          </a:xfrm>
        </p:spPr>
        <p:txBody>
          <a:bodyPr/>
          <a:lstStyle/>
          <a:p>
            <a:r>
              <a:rPr lang="en-US" altLang="zh-HK" sz="1800" dirty="0"/>
              <a:t>Standing space is more space efficient than seats. Moreover, higher capacity means waiting passengers do not need to worry about insufficient seats.</a:t>
            </a:r>
            <a:endParaRPr lang="zh-HK" altLang="en-US" sz="1800" dirty="0"/>
          </a:p>
        </p:txBody>
      </p:sp>
      <p:sp>
        <p:nvSpPr>
          <p:cNvPr id="13" name="Date Placeholder 12">
            <a:extLst>
              <a:ext uri="{FF2B5EF4-FFF2-40B4-BE49-F238E27FC236}">
                <a16:creationId xmlns:a16="http://schemas.microsoft.com/office/drawing/2014/main" id="{3C975D68-6EB4-1A93-B8BE-81693EFF018F}"/>
              </a:ext>
            </a:extLst>
          </p:cNvPr>
          <p:cNvSpPr>
            <a:spLocks noGrp="1"/>
          </p:cNvSpPr>
          <p:nvPr>
            <p:ph type="dt" sz="half" idx="2"/>
          </p:nvPr>
        </p:nvSpPr>
        <p:spPr/>
        <p:txBody>
          <a:bodyPr/>
          <a:lstStyle/>
          <a:p>
            <a:r>
              <a:rPr lang="en-US" altLang="zh-TW" noProof="0" dirty="0"/>
              <a:t>William So</a:t>
            </a:r>
            <a:endParaRPr lang="zh-TW" altLang="en-US" noProof="0" dirty="0"/>
          </a:p>
        </p:txBody>
      </p:sp>
      <p:sp>
        <p:nvSpPr>
          <p:cNvPr id="14" name="Footer Placeholder 13">
            <a:extLst>
              <a:ext uri="{FF2B5EF4-FFF2-40B4-BE49-F238E27FC236}">
                <a16:creationId xmlns:a16="http://schemas.microsoft.com/office/drawing/2014/main" id="{811D37DD-B93B-D7D3-5B1C-DE0019E97026}"/>
              </a:ext>
            </a:extLst>
          </p:cNvPr>
          <p:cNvSpPr>
            <a:spLocks noGrp="1"/>
          </p:cNvSpPr>
          <p:nvPr>
            <p:ph type="ftr" sz="quarter" idx="3"/>
          </p:nvPr>
        </p:nvSpPr>
        <p:spPr/>
        <p:txBody>
          <a:bodyPr/>
          <a:lstStyle/>
          <a:p>
            <a:r>
              <a:rPr lang="en-US" altLang="zh-TW" dirty="0"/>
              <a:t>The Problem</a:t>
            </a:r>
            <a:endParaRPr lang="zh-TW" altLang="en-US" noProof="0" dirty="0"/>
          </a:p>
        </p:txBody>
      </p:sp>
      <p:sp>
        <p:nvSpPr>
          <p:cNvPr id="15" name="Slide Number Placeholder 14">
            <a:extLst>
              <a:ext uri="{FF2B5EF4-FFF2-40B4-BE49-F238E27FC236}">
                <a16:creationId xmlns:a16="http://schemas.microsoft.com/office/drawing/2014/main" id="{E1E128F4-1088-885B-E630-B0877AF3FF82}"/>
              </a:ext>
            </a:extLst>
          </p:cNvPr>
          <p:cNvSpPr>
            <a:spLocks noGrp="1"/>
          </p:cNvSpPr>
          <p:nvPr>
            <p:ph type="sldNum" sz="quarter" idx="4"/>
          </p:nvPr>
        </p:nvSpPr>
        <p:spPr/>
        <p:txBody>
          <a:bodyPr/>
          <a:lstStyle/>
          <a:p>
            <a:fld id="{EA87306C-81BA-4795-A5CA-9392456A8C1E}" type="slidenum">
              <a:rPr lang="en-US" altLang="zh-TW" noProof="0" smtClean="0"/>
              <a:pPr/>
              <a:t>1</a:t>
            </a:fld>
            <a:endParaRPr lang="zh-TW" altLang="en-US" noProof="0"/>
          </a:p>
        </p:txBody>
      </p:sp>
    </p:spTree>
    <p:extLst>
      <p:ext uri="{BB962C8B-B14F-4D97-AF65-F5344CB8AC3E}">
        <p14:creationId xmlns:p14="http://schemas.microsoft.com/office/powerpoint/2010/main" val="593534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C2FF7-FCA4-B40A-A24F-F1B8173C1C9E}"/>
              </a:ext>
            </a:extLst>
          </p:cNvPr>
          <p:cNvSpPr>
            <a:spLocks noGrp="1"/>
          </p:cNvSpPr>
          <p:nvPr>
            <p:ph type="title"/>
          </p:nvPr>
        </p:nvSpPr>
        <p:spPr/>
        <p:txBody>
          <a:bodyPr/>
          <a:lstStyle/>
          <a:p>
            <a:r>
              <a:rPr lang="en-US" altLang="zh-HK" sz="2800"/>
              <a:t>Problems With Existing Solutions: Handrails</a:t>
            </a:r>
            <a:endParaRPr lang="zh-HK" altLang="en-US" sz="2800" dirty="0"/>
          </a:p>
        </p:txBody>
      </p:sp>
      <p:pic>
        <p:nvPicPr>
          <p:cNvPr id="14" name="Picture Placeholder 13" descr="A red handle on a train">
            <a:extLst>
              <a:ext uri="{FF2B5EF4-FFF2-40B4-BE49-F238E27FC236}">
                <a16:creationId xmlns:a16="http://schemas.microsoft.com/office/drawing/2014/main" id="{876D5F93-61DF-52A8-E9EF-FF21F6B32E92}"/>
              </a:ext>
            </a:extLst>
          </p:cNvPr>
          <p:cNvPicPr>
            <a:picLocks noGrp="1" noChangeAspect="1"/>
          </p:cNvPicPr>
          <p:nvPr>
            <p:ph type="pic" sz="quarter" idx="10"/>
          </p:nvPr>
        </p:nvPicPr>
        <p:blipFill rotWithShape="1">
          <a:blip r:embed="rId3"/>
          <a:srcRect l="4221" t="37116" r="-167" b="6761"/>
          <a:stretch/>
        </p:blipFill>
        <p:spPr>
          <a:xfrm>
            <a:off x="5144283" y="0"/>
            <a:ext cx="7056000" cy="3096000"/>
          </a:xfrm>
        </p:spPr>
      </p:pic>
      <p:sp>
        <p:nvSpPr>
          <p:cNvPr id="4" name="Text Placeholder 3">
            <a:extLst>
              <a:ext uri="{FF2B5EF4-FFF2-40B4-BE49-F238E27FC236}">
                <a16:creationId xmlns:a16="http://schemas.microsoft.com/office/drawing/2014/main" id="{37C5010D-1CD6-3802-0141-6AE740CBA9E2}"/>
              </a:ext>
            </a:extLst>
          </p:cNvPr>
          <p:cNvSpPr>
            <a:spLocks noGrp="1"/>
          </p:cNvSpPr>
          <p:nvPr>
            <p:ph type="body" sz="quarter" idx="16"/>
          </p:nvPr>
        </p:nvSpPr>
        <p:spPr/>
        <p:txBody>
          <a:bodyPr/>
          <a:lstStyle/>
          <a:p>
            <a:r>
              <a:rPr lang="en-US" altLang="zh-HK" sz="2000"/>
              <a:t>Ride Experience</a:t>
            </a:r>
            <a:endParaRPr lang="zh-HK" altLang="en-US" sz="2000" dirty="0"/>
          </a:p>
        </p:txBody>
      </p:sp>
      <p:sp>
        <p:nvSpPr>
          <p:cNvPr id="5" name="Text Placeholder 4">
            <a:extLst>
              <a:ext uri="{FF2B5EF4-FFF2-40B4-BE49-F238E27FC236}">
                <a16:creationId xmlns:a16="http://schemas.microsoft.com/office/drawing/2014/main" id="{05A1D647-9E7D-1602-D40D-F7AD4049ACD4}"/>
              </a:ext>
            </a:extLst>
          </p:cNvPr>
          <p:cNvSpPr>
            <a:spLocks noGrp="1"/>
          </p:cNvSpPr>
          <p:nvPr>
            <p:ph type="body" sz="quarter" idx="12"/>
          </p:nvPr>
        </p:nvSpPr>
        <p:spPr/>
        <p:txBody>
          <a:bodyPr/>
          <a:lstStyle/>
          <a:p>
            <a:r>
              <a:rPr lang="en-US" altLang="zh-HK" sz="1800" dirty="0"/>
              <a:t>In 2022, the average commute time in Hong Kong is 44 minutes.</a:t>
            </a:r>
            <a:r>
              <a:rPr lang="en-US" altLang="zh-HK" sz="1800" baseline="30000" dirty="0"/>
              <a:t>[1]</a:t>
            </a:r>
            <a:r>
              <a:rPr lang="en-US" altLang="zh-HK" sz="1800" dirty="0"/>
              <a:t> Holding the handrails for a long time takes effort and is uncomfortable. Also, passengers only have one free hand to hold things.</a:t>
            </a:r>
            <a:endParaRPr lang="zh-HK" altLang="en-US" sz="1800" dirty="0"/>
          </a:p>
        </p:txBody>
      </p:sp>
      <p:sp>
        <p:nvSpPr>
          <p:cNvPr id="6" name="Text Placeholder 5">
            <a:extLst>
              <a:ext uri="{FF2B5EF4-FFF2-40B4-BE49-F238E27FC236}">
                <a16:creationId xmlns:a16="http://schemas.microsoft.com/office/drawing/2014/main" id="{95D3D86F-5F62-C688-77D0-C383BBCA14B2}"/>
              </a:ext>
            </a:extLst>
          </p:cNvPr>
          <p:cNvSpPr>
            <a:spLocks noGrp="1"/>
          </p:cNvSpPr>
          <p:nvPr>
            <p:ph type="body" sz="quarter" idx="18"/>
          </p:nvPr>
        </p:nvSpPr>
        <p:spPr/>
        <p:txBody>
          <a:bodyPr/>
          <a:lstStyle/>
          <a:p>
            <a:r>
              <a:rPr lang="en-US" altLang="zh-HK" sz="2000"/>
              <a:t>Fomite</a:t>
            </a:r>
            <a:endParaRPr lang="zh-HK" altLang="en-US" sz="2000" dirty="0"/>
          </a:p>
        </p:txBody>
      </p:sp>
      <p:sp>
        <p:nvSpPr>
          <p:cNvPr id="7" name="Text Placeholder 6">
            <a:extLst>
              <a:ext uri="{FF2B5EF4-FFF2-40B4-BE49-F238E27FC236}">
                <a16:creationId xmlns:a16="http://schemas.microsoft.com/office/drawing/2014/main" id="{CDF2606B-8848-2CCC-80B6-9B2A2E61D529}"/>
              </a:ext>
            </a:extLst>
          </p:cNvPr>
          <p:cNvSpPr>
            <a:spLocks noGrp="1"/>
          </p:cNvSpPr>
          <p:nvPr>
            <p:ph type="body" sz="quarter" idx="17"/>
          </p:nvPr>
        </p:nvSpPr>
        <p:spPr/>
        <p:txBody>
          <a:bodyPr/>
          <a:lstStyle/>
          <a:p>
            <a:r>
              <a:rPr lang="en-US" altLang="zh-HK" sz="1800" dirty="0"/>
              <a:t>As the handrails are held by many different people daily, handrails are contaminated with pathogens. This may cause passengers to become sick. Another thing is that passengers feel dirty after holding the handrails.</a:t>
            </a:r>
            <a:endParaRPr lang="zh-HK" altLang="en-US" sz="1800" dirty="0"/>
          </a:p>
        </p:txBody>
      </p:sp>
      <p:sp>
        <p:nvSpPr>
          <p:cNvPr id="8" name="Date Placeholder 7">
            <a:extLst>
              <a:ext uri="{FF2B5EF4-FFF2-40B4-BE49-F238E27FC236}">
                <a16:creationId xmlns:a16="http://schemas.microsoft.com/office/drawing/2014/main" id="{2BF3AD20-6FAB-BEA8-5F9E-B9C66EB41A86}"/>
              </a:ext>
            </a:extLst>
          </p:cNvPr>
          <p:cNvSpPr>
            <a:spLocks noGrp="1"/>
          </p:cNvSpPr>
          <p:nvPr>
            <p:ph type="dt" sz="half" idx="2"/>
          </p:nvPr>
        </p:nvSpPr>
        <p:spPr/>
        <p:txBody>
          <a:bodyPr/>
          <a:lstStyle/>
          <a:p>
            <a:r>
              <a:rPr lang="en-US" altLang="zh-TW" noProof="0"/>
              <a:t>William So</a:t>
            </a:r>
            <a:endParaRPr lang="zh-TW" altLang="en-US" noProof="0" dirty="0"/>
          </a:p>
        </p:txBody>
      </p:sp>
      <p:sp>
        <p:nvSpPr>
          <p:cNvPr id="9" name="Footer Placeholder 8">
            <a:extLst>
              <a:ext uri="{FF2B5EF4-FFF2-40B4-BE49-F238E27FC236}">
                <a16:creationId xmlns:a16="http://schemas.microsoft.com/office/drawing/2014/main" id="{CEF1CA52-70F4-C671-E39F-0328AFBBBC71}"/>
              </a:ext>
            </a:extLst>
          </p:cNvPr>
          <p:cNvSpPr>
            <a:spLocks noGrp="1"/>
          </p:cNvSpPr>
          <p:nvPr>
            <p:ph type="ftr" sz="quarter" idx="3"/>
          </p:nvPr>
        </p:nvSpPr>
        <p:spPr/>
        <p:txBody>
          <a:bodyPr/>
          <a:lstStyle/>
          <a:p>
            <a:r>
              <a:rPr lang="en-US" altLang="zh-TW" noProof="0" dirty="0"/>
              <a:t>Problems With Existing Solutions</a:t>
            </a:r>
            <a:endParaRPr lang="zh-TW" altLang="en-US" noProof="0" dirty="0"/>
          </a:p>
        </p:txBody>
      </p:sp>
      <p:sp>
        <p:nvSpPr>
          <p:cNvPr id="10" name="Slide Number Placeholder 9">
            <a:extLst>
              <a:ext uri="{FF2B5EF4-FFF2-40B4-BE49-F238E27FC236}">
                <a16:creationId xmlns:a16="http://schemas.microsoft.com/office/drawing/2014/main" id="{2A15E5FE-A5AD-4BCC-8277-5CA9DA2351D5}"/>
              </a:ext>
            </a:extLst>
          </p:cNvPr>
          <p:cNvSpPr>
            <a:spLocks noGrp="1"/>
          </p:cNvSpPr>
          <p:nvPr>
            <p:ph type="sldNum" sz="quarter" idx="4"/>
          </p:nvPr>
        </p:nvSpPr>
        <p:spPr/>
        <p:txBody>
          <a:bodyPr/>
          <a:lstStyle/>
          <a:p>
            <a:fld id="{EA87306C-81BA-4795-A5CA-9392456A8C1E}" type="slidenum">
              <a:rPr lang="en-US" altLang="zh-TW" noProof="0" smtClean="0"/>
              <a:pPr/>
              <a:t>2</a:t>
            </a:fld>
            <a:endParaRPr lang="zh-TW" altLang="en-US" noProof="0"/>
          </a:p>
        </p:txBody>
      </p:sp>
      <p:sp>
        <p:nvSpPr>
          <p:cNvPr id="15" name="TextBox 14">
            <a:extLst>
              <a:ext uri="{FF2B5EF4-FFF2-40B4-BE49-F238E27FC236}">
                <a16:creationId xmlns:a16="http://schemas.microsoft.com/office/drawing/2014/main" id="{E78E9B03-F3A1-7225-DCB5-42C3EFD62BDB}"/>
              </a:ext>
            </a:extLst>
          </p:cNvPr>
          <p:cNvSpPr txBox="1"/>
          <p:nvPr/>
        </p:nvSpPr>
        <p:spPr>
          <a:xfrm>
            <a:off x="838200" y="6048573"/>
            <a:ext cx="10254672" cy="307777"/>
          </a:xfrm>
          <a:prstGeom prst="rect">
            <a:avLst/>
          </a:prstGeom>
          <a:noFill/>
        </p:spPr>
        <p:txBody>
          <a:bodyPr wrap="square" rtlCol="0">
            <a:spAutoFit/>
          </a:bodyPr>
          <a:lstStyle/>
          <a:p>
            <a:pPr marL="342900" indent="-342900">
              <a:buFont typeface="+mj-lt"/>
              <a:buAutoNum type="arabicPeriod"/>
            </a:pPr>
            <a:r>
              <a:rPr lang="en-US" altLang="zh-HK" sz="1400" dirty="0">
                <a:hlinkClick r:id="rId4"/>
              </a:rPr>
              <a:t>https://moovitapp.com/insights/en/Moovit_Insights_Public_Transit_Index-countries</a:t>
            </a:r>
            <a:endParaRPr lang="zh-HK" altLang="en-US" sz="1400" dirty="0"/>
          </a:p>
        </p:txBody>
      </p:sp>
    </p:spTree>
    <p:extLst>
      <p:ext uri="{BB962C8B-B14F-4D97-AF65-F5344CB8AC3E}">
        <p14:creationId xmlns:p14="http://schemas.microsoft.com/office/powerpoint/2010/main" val="3321798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EBD5-B562-CC67-FADF-090BB54C1794}"/>
              </a:ext>
            </a:extLst>
          </p:cNvPr>
          <p:cNvSpPr>
            <a:spLocks noGrp="1"/>
          </p:cNvSpPr>
          <p:nvPr>
            <p:ph type="title"/>
          </p:nvPr>
        </p:nvSpPr>
        <p:spPr>
          <a:xfrm>
            <a:off x="5134980" y="848535"/>
            <a:ext cx="2098333" cy="839237"/>
          </a:xfrm>
        </p:spPr>
        <p:txBody>
          <a:bodyPr/>
          <a:lstStyle/>
          <a:p>
            <a:r>
              <a:rPr lang="en-US" altLang="zh-HK" sz="2800" dirty="0"/>
              <a:t>The Solution</a:t>
            </a:r>
            <a:endParaRPr lang="zh-HK" altLang="en-US" sz="2800" dirty="0"/>
          </a:p>
        </p:txBody>
      </p:sp>
      <p:sp>
        <p:nvSpPr>
          <p:cNvPr id="15" name="Text Placeholder 4">
            <a:extLst>
              <a:ext uri="{FF2B5EF4-FFF2-40B4-BE49-F238E27FC236}">
                <a16:creationId xmlns:a16="http://schemas.microsoft.com/office/drawing/2014/main" id="{8F16B442-8489-4446-9609-7386921AFA3C}"/>
              </a:ext>
            </a:extLst>
          </p:cNvPr>
          <p:cNvSpPr txBox="1">
            <a:spLocks/>
          </p:cNvSpPr>
          <p:nvPr/>
        </p:nvSpPr>
        <p:spPr>
          <a:xfrm>
            <a:off x="7383439" y="730254"/>
            <a:ext cx="4425103" cy="1075798"/>
          </a:xfrm>
          <a:prstGeom prst="rect">
            <a:avLst/>
          </a:prstGeom>
        </p:spPr>
        <p:txBody>
          <a:bodyPr rtlCol="0" anchor="t"/>
          <a:lstStyle>
            <a:lvl1pPr marL="0" indent="0" algn="l" defTabSz="914400" rtl="0" eaLnBrk="1" latinLnBrk="0" hangingPunct="1">
              <a:lnSpc>
                <a:spcPct val="125000"/>
              </a:lnSpc>
              <a:spcBef>
                <a:spcPts val="0"/>
              </a:spcBef>
              <a:buFont typeface="Arial" panose="020B0604020202020204" pitchFamily="34" charset="0"/>
              <a:buNone/>
              <a:defRPr sz="1600" kern="1200" cap="none" spc="100" baseline="0">
                <a:solidFill>
                  <a:schemeClr val="tx1"/>
                </a:solidFill>
                <a:latin typeface="Microsoft JhengHei UI" panose="020B0604030504040204" pitchFamily="34" charset="-120"/>
                <a:ea typeface="Microsoft JhengHei UI"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HK" sz="1800" dirty="0"/>
              <a:t>An elevated ground platform with rough slanted holes that can fit passenger shoes inside.</a:t>
            </a:r>
            <a:endParaRPr lang="zh-HK" altLang="en-US" sz="1800" dirty="0"/>
          </a:p>
        </p:txBody>
      </p:sp>
      <p:pic>
        <p:nvPicPr>
          <p:cNvPr id="19" name="Picture Placeholder 18" descr="A grey square object with holes">
            <a:extLst>
              <a:ext uri="{FF2B5EF4-FFF2-40B4-BE49-F238E27FC236}">
                <a16:creationId xmlns:a16="http://schemas.microsoft.com/office/drawing/2014/main" id="{979738B9-A8C9-AEBA-4514-C429F9521602}"/>
              </a:ext>
            </a:extLst>
          </p:cNvPr>
          <p:cNvPicPr>
            <a:picLocks noGrp="1" noChangeAspect="1"/>
          </p:cNvPicPr>
          <p:nvPr>
            <p:ph type="pic" sz="quarter" idx="10"/>
          </p:nvPr>
        </p:nvPicPr>
        <p:blipFill>
          <a:blip r:embed="rId3"/>
          <a:srcRect t="7097" b="7097"/>
          <a:stretch>
            <a:fillRect/>
          </a:stretch>
        </p:blipFill>
        <p:spPr>
          <a:xfrm>
            <a:off x="0" y="0"/>
            <a:ext cx="4495800" cy="6858000"/>
          </a:xfrm>
        </p:spPr>
      </p:pic>
      <p:sp>
        <p:nvSpPr>
          <p:cNvPr id="4" name="Text Placeholder 3">
            <a:extLst>
              <a:ext uri="{FF2B5EF4-FFF2-40B4-BE49-F238E27FC236}">
                <a16:creationId xmlns:a16="http://schemas.microsoft.com/office/drawing/2014/main" id="{F019E18D-DC38-CC0F-D2C9-42A45F717777}"/>
              </a:ext>
            </a:extLst>
          </p:cNvPr>
          <p:cNvSpPr>
            <a:spLocks noGrp="1"/>
          </p:cNvSpPr>
          <p:nvPr>
            <p:ph type="body" sz="quarter" idx="16"/>
          </p:nvPr>
        </p:nvSpPr>
        <p:spPr/>
        <p:txBody>
          <a:bodyPr/>
          <a:lstStyle/>
          <a:p>
            <a:r>
              <a:rPr lang="en-US" altLang="zh-HK" sz="2000" dirty="0"/>
              <a:t>Tackling the Problem</a:t>
            </a:r>
            <a:endParaRPr lang="zh-HK" altLang="en-US" sz="2000" dirty="0"/>
          </a:p>
        </p:txBody>
      </p:sp>
      <p:sp>
        <p:nvSpPr>
          <p:cNvPr id="5" name="Text Placeholder 4">
            <a:extLst>
              <a:ext uri="{FF2B5EF4-FFF2-40B4-BE49-F238E27FC236}">
                <a16:creationId xmlns:a16="http://schemas.microsoft.com/office/drawing/2014/main" id="{C670D686-F1E6-5CFF-F874-5DC252257300}"/>
              </a:ext>
            </a:extLst>
          </p:cNvPr>
          <p:cNvSpPr>
            <a:spLocks noGrp="1"/>
          </p:cNvSpPr>
          <p:nvPr>
            <p:ph type="body" sz="quarter" idx="12"/>
          </p:nvPr>
        </p:nvSpPr>
        <p:spPr/>
        <p:txBody>
          <a:bodyPr/>
          <a:lstStyle/>
          <a:p>
            <a:r>
              <a:rPr lang="en-US" altLang="zh-HK" sz="1800" dirty="0"/>
              <a:t>Passengers can place their feet inside shoes into the holes to keep themselves upright.</a:t>
            </a:r>
            <a:endParaRPr lang="zh-HK" altLang="en-US" sz="1800" dirty="0"/>
          </a:p>
        </p:txBody>
      </p:sp>
      <p:sp>
        <p:nvSpPr>
          <p:cNvPr id="6" name="Text Placeholder 5">
            <a:extLst>
              <a:ext uri="{FF2B5EF4-FFF2-40B4-BE49-F238E27FC236}">
                <a16:creationId xmlns:a16="http://schemas.microsoft.com/office/drawing/2014/main" id="{2D59621D-7040-CF8A-24B1-AF21F73D7172}"/>
              </a:ext>
            </a:extLst>
          </p:cNvPr>
          <p:cNvSpPr>
            <a:spLocks noGrp="1"/>
          </p:cNvSpPr>
          <p:nvPr>
            <p:ph type="body" sz="quarter" idx="17"/>
          </p:nvPr>
        </p:nvSpPr>
        <p:spPr/>
        <p:txBody>
          <a:bodyPr/>
          <a:lstStyle/>
          <a:p>
            <a:r>
              <a:rPr lang="en-US" altLang="zh-HK" sz="2000" dirty="0"/>
              <a:t>Improvements Over Existing Solutions</a:t>
            </a:r>
            <a:endParaRPr lang="zh-HK" altLang="en-US" sz="2000" dirty="0"/>
          </a:p>
        </p:txBody>
      </p:sp>
      <p:sp>
        <p:nvSpPr>
          <p:cNvPr id="7" name="Text Placeholder 6">
            <a:extLst>
              <a:ext uri="{FF2B5EF4-FFF2-40B4-BE49-F238E27FC236}">
                <a16:creationId xmlns:a16="http://schemas.microsoft.com/office/drawing/2014/main" id="{C851F64B-C679-0595-15E0-C27491A09ED1}"/>
              </a:ext>
            </a:extLst>
          </p:cNvPr>
          <p:cNvSpPr>
            <a:spLocks noGrp="1"/>
          </p:cNvSpPr>
          <p:nvPr>
            <p:ph type="body" sz="quarter" idx="13"/>
          </p:nvPr>
        </p:nvSpPr>
        <p:spPr/>
        <p:txBody>
          <a:bodyPr/>
          <a:lstStyle/>
          <a:p>
            <a:r>
              <a:rPr lang="en-US" altLang="zh-HK" sz="1800" dirty="0"/>
              <a:t>Keeping passengers’ feet inside the holes takes less effort and does not make their hands dirty.</a:t>
            </a:r>
            <a:endParaRPr lang="zh-HK" altLang="en-US" sz="1800" dirty="0"/>
          </a:p>
        </p:txBody>
      </p:sp>
      <p:sp>
        <p:nvSpPr>
          <p:cNvPr id="8" name="Text Placeholder 7">
            <a:extLst>
              <a:ext uri="{FF2B5EF4-FFF2-40B4-BE49-F238E27FC236}">
                <a16:creationId xmlns:a16="http://schemas.microsoft.com/office/drawing/2014/main" id="{3D8875C2-04F1-EEDD-4B3D-89A942FF299A}"/>
              </a:ext>
            </a:extLst>
          </p:cNvPr>
          <p:cNvSpPr>
            <a:spLocks noGrp="1"/>
          </p:cNvSpPr>
          <p:nvPr>
            <p:ph type="body" sz="quarter" idx="18"/>
          </p:nvPr>
        </p:nvSpPr>
        <p:spPr/>
        <p:txBody>
          <a:bodyPr/>
          <a:lstStyle/>
          <a:p>
            <a:r>
              <a:rPr lang="en-US" altLang="zh-HK" sz="2000" dirty="0"/>
              <a:t>Hypothesis: Space Efficiency</a:t>
            </a:r>
            <a:endParaRPr lang="zh-HK" altLang="en-US" sz="2000" dirty="0"/>
          </a:p>
        </p:txBody>
      </p:sp>
      <p:sp>
        <p:nvSpPr>
          <p:cNvPr id="9" name="Text Placeholder 8">
            <a:extLst>
              <a:ext uri="{FF2B5EF4-FFF2-40B4-BE49-F238E27FC236}">
                <a16:creationId xmlns:a16="http://schemas.microsoft.com/office/drawing/2014/main" id="{39565B1B-7D7A-FE5A-B123-9A60ED505419}"/>
              </a:ext>
            </a:extLst>
          </p:cNvPr>
          <p:cNvSpPr>
            <a:spLocks noGrp="1"/>
          </p:cNvSpPr>
          <p:nvPr>
            <p:ph type="body" sz="quarter" idx="14"/>
          </p:nvPr>
        </p:nvSpPr>
        <p:spPr/>
        <p:txBody>
          <a:bodyPr/>
          <a:lstStyle/>
          <a:p>
            <a:r>
              <a:rPr lang="en-US" altLang="zh-HK" sz="1800" dirty="0"/>
              <a:t>As the holes are embedded into the ground, it does not obstruct movement, whereas handrails do.</a:t>
            </a:r>
            <a:endParaRPr lang="zh-HK" altLang="en-US" sz="1800" dirty="0"/>
          </a:p>
        </p:txBody>
      </p:sp>
      <p:sp>
        <p:nvSpPr>
          <p:cNvPr id="10" name="Text Placeholder 9">
            <a:extLst>
              <a:ext uri="{FF2B5EF4-FFF2-40B4-BE49-F238E27FC236}">
                <a16:creationId xmlns:a16="http://schemas.microsoft.com/office/drawing/2014/main" id="{FDFD89C9-F3B1-436B-A956-7B9FB30D1FC3}"/>
              </a:ext>
            </a:extLst>
          </p:cNvPr>
          <p:cNvSpPr>
            <a:spLocks noGrp="1"/>
          </p:cNvSpPr>
          <p:nvPr>
            <p:ph type="body" sz="quarter" idx="19"/>
          </p:nvPr>
        </p:nvSpPr>
        <p:spPr/>
        <p:txBody>
          <a:bodyPr/>
          <a:lstStyle/>
          <a:p>
            <a:r>
              <a:rPr lang="en-US" altLang="zh-HK" sz="2000" dirty="0"/>
              <a:t>Hypothesis: Retrofittable</a:t>
            </a:r>
            <a:endParaRPr lang="zh-HK" altLang="en-US" sz="2000" dirty="0"/>
          </a:p>
        </p:txBody>
      </p:sp>
      <p:sp>
        <p:nvSpPr>
          <p:cNvPr id="11" name="Text Placeholder 10">
            <a:extLst>
              <a:ext uri="{FF2B5EF4-FFF2-40B4-BE49-F238E27FC236}">
                <a16:creationId xmlns:a16="http://schemas.microsoft.com/office/drawing/2014/main" id="{7F9CF19B-DC69-7433-E388-354436EF0E24}"/>
              </a:ext>
            </a:extLst>
          </p:cNvPr>
          <p:cNvSpPr>
            <a:spLocks noGrp="1"/>
          </p:cNvSpPr>
          <p:nvPr>
            <p:ph type="body" sz="quarter" idx="15"/>
          </p:nvPr>
        </p:nvSpPr>
        <p:spPr/>
        <p:txBody>
          <a:bodyPr/>
          <a:lstStyle/>
          <a:p>
            <a:r>
              <a:rPr lang="en-US" altLang="zh-HK" sz="1800" dirty="0"/>
              <a:t>The ground platform can be added to existing vehicles, with a slope surrounding it, without changing other things.</a:t>
            </a:r>
            <a:endParaRPr lang="zh-HK" altLang="en-US" sz="1800" dirty="0"/>
          </a:p>
        </p:txBody>
      </p:sp>
      <p:sp>
        <p:nvSpPr>
          <p:cNvPr id="12" name="Date Placeholder 11">
            <a:extLst>
              <a:ext uri="{FF2B5EF4-FFF2-40B4-BE49-F238E27FC236}">
                <a16:creationId xmlns:a16="http://schemas.microsoft.com/office/drawing/2014/main" id="{0C3520BE-EDE2-E6D6-69E9-39FEAF1DC6CB}"/>
              </a:ext>
            </a:extLst>
          </p:cNvPr>
          <p:cNvSpPr>
            <a:spLocks noGrp="1"/>
          </p:cNvSpPr>
          <p:nvPr>
            <p:ph type="dt" sz="half" idx="2"/>
          </p:nvPr>
        </p:nvSpPr>
        <p:spPr/>
        <p:txBody>
          <a:bodyPr/>
          <a:lstStyle/>
          <a:p>
            <a:r>
              <a:rPr lang="en-US" altLang="zh-TW" noProof="0" dirty="0"/>
              <a:t>William So</a:t>
            </a:r>
            <a:endParaRPr lang="zh-TW" altLang="en-US" noProof="0" dirty="0"/>
          </a:p>
        </p:txBody>
      </p:sp>
      <p:sp>
        <p:nvSpPr>
          <p:cNvPr id="13" name="Footer Placeholder 12">
            <a:extLst>
              <a:ext uri="{FF2B5EF4-FFF2-40B4-BE49-F238E27FC236}">
                <a16:creationId xmlns:a16="http://schemas.microsoft.com/office/drawing/2014/main" id="{FE4B310F-335D-38CC-C91F-C1C9E730FA2B}"/>
              </a:ext>
            </a:extLst>
          </p:cNvPr>
          <p:cNvSpPr>
            <a:spLocks noGrp="1"/>
          </p:cNvSpPr>
          <p:nvPr>
            <p:ph type="ftr" sz="quarter" idx="3"/>
          </p:nvPr>
        </p:nvSpPr>
        <p:spPr/>
        <p:txBody>
          <a:bodyPr/>
          <a:lstStyle/>
          <a:p>
            <a:r>
              <a:rPr lang="en-US" altLang="zh-TW" noProof="0" dirty="0"/>
              <a:t>The Solution</a:t>
            </a:r>
            <a:endParaRPr lang="zh-TW" altLang="en-US" noProof="0" dirty="0"/>
          </a:p>
        </p:txBody>
      </p:sp>
      <p:sp>
        <p:nvSpPr>
          <p:cNvPr id="14" name="Slide Number Placeholder 13">
            <a:extLst>
              <a:ext uri="{FF2B5EF4-FFF2-40B4-BE49-F238E27FC236}">
                <a16:creationId xmlns:a16="http://schemas.microsoft.com/office/drawing/2014/main" id="{1E2CBFC5-310C-FED0-65E6-10684630DC99}"/>
              </a:ext>
            </a:extLst>
          </p:cNvPr>
          <p:cNvSpPr>
            <a:spLocks noGrp="1"/>
          </p:cNvSpPr>
          <p:nvPr>
            <p:ph type="sldNum" sz="quarter" idx="4"/>
          </p:nvPr>
        </p:nvSpPr>
        <p:spPr/>
        <p:txBody>
          <a:bodyPr/>
          <a:lstStyle/>
          <a:p>
            <a:fld id="{EA87306C-81BA-4795-A5CA-9392456A8C1E}" type="slidenum">
              <a:rPr lang="en-US" altLang="zh-TW" noProof="0" smtClean="0"/>
              <a:pPr/>
              <a:t>3</a:t>
            </a:fld>
            <a:endParaRPr lang="zh-TW" altLang="en-US" noProof="0" dirty="0"/>
          </a:p>
        </p:txBody>
      </p:sp>
    </p:spTree>
    <p:extLst>
      <p:ext uri="{BB962C8B-B14F-4D97-AF65-F5344CB8AC3E}">
        <p14:creationId xmlns:p14="http://schemas.microsoft.com/office/powerpoint/2010/main" val="2416347060"/>
      </p:ext>
    </p:extLst>
  </p:cSld>
  <p:clrMapOvr>
    <a:masterClrMapping/>
  </p:clrMapOvr>
</p:sld>
</file>

<file path=ppt/theme/theme1.xml><?xml version="1.0" encoding="utf-8"?>
<a:theme xmlns:a="http://schemas.openxmlformats.org/drawingml/2006/main" name="Office 佈景主題">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7413_TF16411175_Win32.potx" id="{6A116CAA-3627-4A99-8C15-94A2CCE50E91}" vid="{FAE628FE-3B9B-4D60-8647-D5D1489FC7BB}"/>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439292-23DE-4FBC-B000-AFED89AC64F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65F1115-A9D1-4ADF-878E-8B9CEB1416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1B15C2-B622-4464-872A-FFB13E3A35CE}">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{AAF920B6-182F-49CC-BAD5-3600DD76D6A2}tf16411175_win32</Template>
  <TotalTime>768</TotalTime>
  <Words>366</Words>
  <PresentationFormat>Widescreen</PresentationFormat>
  <Paragraphs>39</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Microsoft JhengHei UI</vt:lpstr>
      <vt:lpstr>Arial</vt:lpstr>
      <vt:lpstr>Consolas</vt:lpstr>
      <vt:lpstr>Office 佈景主題</vt:lpstr>
      <vt:lpstr>The Problem</vt:lpstr>
      <vt:lpstr>Problems With Existing Solutions: Handrails</vt:lpstr>
      <vt:lpstr>The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2024-02-20T02:35:37Z</dcterms:created>
  <dcterms:modified xsi:type="dcterms:W3CDTF">2024-02-20T15:25:03Z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